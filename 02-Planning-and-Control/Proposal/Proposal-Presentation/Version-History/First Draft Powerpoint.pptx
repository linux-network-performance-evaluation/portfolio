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5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37E037-BC0D-D536-1410-E11E50852722}" v="4" dt="2025-04-02T04:41:47.778"/>
    <p1510:client id="{5B733FFD-7503-43D4-AFCC-F2A13FAC2705}" v="4" dt="2025-04-02T07:31:49.627"/>
    <p1510:client id="{907CB1F7-F43B-A126-E16A-A63A81F62E52}" v="1" dt="2025-04-02T06:55:46.290"/>
    <p1510:client id="{D22408A7-21C2-40C7-884F-CCACF5F2EE8C}" v="6" dt="2025-04-02T00:11:53.755"/>
    <p1510:client id="{E157D3FC-CA6D-867F-94B4-A3D6DE9C3E7A}" v="73" dt="2025-04-02T04:40:51.2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rmi Patel" userId="S::fhv9735@autuni.ac.nz::580716cd-6efc-4414-809d-9b046d980771" providerId="AD" clId="Web-{E157D3FC-CA6D-867F-94B4-A3D6DE9C3E7A}"/>
    <pc:docChg chg="modSld sldOrd">
      <pc:chgData name="Charmi Patel" userId="S::fhv9735@autuni.ac.nz::580716cd-6efc-4414-809d-9b046d980771" providerId="AD" clId="Web-{E157D3FC-CA6D-867F-94B4-A3D6DE9C3E7A}" dt="2025-04-02T04:40:51.252" v="80"/>
      <pc:docMkLst>
        <pc:docMk/>
      </pc:docMkLst>
      <pc:sldChg chg="modSp modNotes">
        <pc:chgData name="Charmi Patel" userId="S::fhv9735@autuni.ac.nz::580716cd-6efc-4414-809d-9b046d980771" providerId="AD" clId="Web-{E157D3FC-CA6D-867F-94B4-A3D6DE9C3E7A}" dt="2025-04-02T04:40:47.658" v="79" actId="20577"/>
        <pc:sldMkLst>
          <pc:docMk/>
          <pc:sldMk cId="2028713515" sldId="257"/>
        </pc:sldMkLst>
        <pc:spChg chg="mod">
          <ac:chgData name="Charmi Patel" userId="S::fhv9735@autuni.ac.nz::580716cd-6efc-4414-809d-9b046d980771" providerId="AD" clId="Web-{E157D3FC-CA6D-867F-94B4-A3D6DE9C3E7A}" dt="2025-04-02T04:40:47.658" v="79" actId="20577"/>
          <ac:spMkLst>
            <pc:docMk/>
            <pc:sldMk cId="2028713515" sldId="257"/>
            <ac:spMk id="3" creationId="{5F3B77BC-19D1-27CB-9630-CC5EE5A4C382}"/>
          </ac:spMkLst>
        </pc:spChg>
      </pc:sldChg>
      <pc:sldChg chg="ord">
        <pc:chgData name="Charmi Patel" userId="S::fhv9735@autuni.ac.nz::580716cd-6efc-4414-809d-9b046d980771" providerId="AD" clId="Web-{E157D3FC-CA6D-867F-94B4-A3D6DE9C3E7A}" dt="2025-04-02T04:40:51.252" v="80"/>
        <pc:sldMkLst>
          <pc:docMk/>
          <pc:sldMk cId="1172909354" sldId="258"/>
        </pc:sldMkLst>
      </pc:sldChg>
      <pc:sldChg chg="modSp">
        <pc:chgData name="Charmi Patel" userId="S::fhv9735@autuni.ac.nz::580716cd-6efc-4414-809d-9b046d980771" providerId="AD" clId="Web-{E157D3FC-CA6D-867F-94B4-A3D6DE9C3E7A}" dt="2025-04-02T04:33:02.388" v="24" actId="20577"/>
        <pc:sldMkLst>
          <pc:docMk/>
          <pc:sldMk cId="3550247993" sldId="259"/>
        </pc:sldMkLst>
        <pc:spChg chg="mod">
          <ac:chgData name="Charmi Patel" userId="S::fhv9735@autuni.ac.nz::580716cd-6efc-4414-809d-9b046d980771" providerId="AD" clId="Web-{E157D3FC-CA6D-867F-94B4-A3D6DE9C3E7A}" dt="2025-04-02T04:33:02.388" v="24" actId="20577"/>
          <ac:spMkLst>
            <pc:docMk/>
            <pc:sldMk cId="3550247993" sldId="259"/>
            <ac:spMk id="3" creationId="{7B9CD419-57B3-8910-F052-479BCFDD3C18}"/>
          </ac:spMkLst>
        </pc:spChg>
      </pc:sldChg>
      <pc:sldChg chg="modSp">
        <pc:chgData name="Charmi Patel" userId="S::fhv9735@autuni.ac.nz::580716cd-6efc-4414-809d-9b046d980771" providerId="AD" clId="Web-{E157D3FC-CA6D-867F-94B4-A3D6DE9C3E7A}" dt="2025-04-02T04:32:40.403" v="18" actId="20577"/>
        <pc:sldMkLst>
          <pc:docMk/>
          <pc:sldMk cId="2580490598" sldId="260"/>
        </pc:sldMkLst>
        <pc:spChg chg="mod">
          <ac:chgData name="Charmi Patel" userId="S::fhv9735@autuni.ac.nz::580716cd-6efc-4414-809d-9b046d980771" providerId="AD" clId="Web-{E157D3FC-CA6D-867F-94B4-A3D6DE9C3E7A}" dt="2025-04-02T04:32:40.403" v="18" actId="20577"/>
          <ac:spMkLst>
            <pc:docMk/>
            <pc:sldMk cId="2580490598" sldId="260"/>
            <ac:spMk id="3" creationId="{EACEA6C9-D584-9940-CD4C-37274BB2C149}"/>
          </ac:spMkLst>
        </pc:spChg>
      </pc:sldChg>
      <pc:sldChg chg="modSp">
        <pc:chgData name="Charmi Patel" userId="S::fhv9735@autuni.ac.nz::580716cd-6efc-4414-809d-9b046d980771" providerId="AD" clId="Web-{E157D3FC-CA6D-867F-94B4-A3D6DE9C3E7A}" dt="2025-04-02T04:33:26.044" v="35" actId="20577"/>
        <pc:sldMkLst>
          <pc:docMk/>
          <pc:sldMk cId="4155465151" sldId="261"/>
        </pc:sldMkLst>
        <pc:spChg chg="mod">
          <ac:chgData name="Charmi Patel" userId="S::fhv9735@autuni.ac.nz::580716cd-6efc-4414-809d-9b046d980771" providerId="AD" clId="Web-{E157D3FC-CA6D-867F-94B4-A3D6DE9C3E7A}" dt="2025-04-02T04:33:26.044" v="35" actId="20577"/>
          <ac:spMkLst>
            <pc:docMk/>
            <pc:sldMk cId="4155465151" sldId="261"/>
            <ac:spMk id="3" creationId="{B17FCFA5-C686-A664-C225-57537FBFDC18}"/>
          </ac:spMkLst>
        </pc:spChg>
      </pc:sldChg>
      <pc:sldChg chg="modSp">
        <pc:chgData name="Charmi Patel" userId="S::fhv9735@autuni.ac.nz::580716cd-6efc-4414-809d-9b046d980771" providerId="AD" clId="Web-{E157D3FC-CA6D-867F-94B4-A3D6DE9C3E7A}" dt="2025-04-02T04:34:05.670" v="55" actId="20577"/>
        <pc:sldMkLst>
          <pc:docMk/>
          <pc:sldMk cId="215071416" sldId="263"/>
        </pc:sldMkLst>
        <pc:spChg chg="mod">
          <ac:chgData name="Charmi Patel" userId="S::fhv9735@autuni.ac.nz::580716cd-6efc-4414-809d-9b046d980771" providerId="AD" clId="Web-{E157D3FC-CA6D-867F-94B4-A3D6DE9C3E7A}" dt="2025-04-02T04:34:05.670" v="55" actId="20577"/>
          <ac:spMkLst>
            <pc:docMk/>
            <pc:sldMk cId="215071416" sldId="263"/>
            <ac:spMk id="3" creationId="{BDDC5EBB-1EC3-86AE-0986-5F2B823A2381}"/>
          </ac:spMkLst>
        </pc:spChg>
      </pc:sldChg>
      <pc:sldChg chg="modSp">
        <pc:chgData name="Charmi Patel" userId="S::fhv9735@autuni.ac.nz::580716cd-6efc-4414-809d-9b046d980771" providerId="AD" clId="Web-{E157D3FC-CA6D-867F-94B4-A3D6DE9C3E7A}" dt="2025-04-02T04:34:23.904" v="61" actId="20577"/>
        <pc:sldMkLst>
          <pc:docMk/>
          <pc:sldMk cId="4156481656" sldId="264"/>
        </pc:sldMkLst>
        <pc:spChg chg="mod">
          <ac:chgData name="Charmi Patel" userId="S::fhv9735@autuni.ac.nz::580716cd-6efc-4414-809d-9b046d980771" providerId="AD" clId="Web-{E157D3FC-CA6D-867F-94B4-A3D6DE9C3E7A}" dt="2025-04-02T04:34:23.904" v="61" actId="20577"/>
          <ac:spMkLst>
            <pc:docMk/>
            <pc:sldMk cId="4156481656" sldId="264"/>
            <ac:spMk id="3" creationId="{AEDD0EFF-4E46-9C78-6E2A-B5A756AD3F61}"/>
          </ac:spMkLst>
        </pc:spChg>
      </pc:sldChg>
      <pc:sldChg chg="modSp">
        <pc:chgData name="Charmi Patel" userId="S::fhv9735@autuni.ac.nz::580716cd-6efc-4414-809d-9b046d980771" providerId="AD" clId="Web-{E157D3FC-CA6D-867F-94B4-A3D6DE9C3E7A}" dt="2025-04-02T04:39:24.813" v="75" actId="20577"/>
        <pc:sldMkLst>
          <pc:docMk/>
          <pc:sldMk cId="2117413443" sldId="265"/>
        </pc:sldMkLst>
        <pc:spChg chg="mod">
          <ac:chgData name="Charmi Patel" userId="S::fhv9735@autuni.ac.nz::580716cd-6efc-4414-809d-9b046d980771" providerId="AD" clId="Web-{E157D3FC-CA6D-867F-94B4-A3D6DE9C3E7A}" dt="2025-04-02T04:39:24.813" v="75" actId="20577"/>
          <ac:spMkLst>
            <pc:docMk/>
            <pc:sldMk cId="2117413443" sldId="265"/>
            <ac:spMk id="3" creationId="{18FB8679-FCDA-7DBB-4992-932CFFAB141C}"/>
          </ac:spMkLst>
        </pc:spChg>
      </pc:sldChg>
      <pc:sldChg chg="modSp">
        <pc:chgData name="Charmi Patel" userId="S::fhv9735@autuni.ac.nz::580716cd-6efc-4414-809d-9b046d980771" providerId="AD" clId="Web-{E157D3FC-CA6D-867F-94B4-A3D6DE9C3E7A}" dt="2025-04-02T04:39:42.517" v="77" actId="20577"/>
        <pc:sldMkLst>
          <pc:docMk/>
          <pc:sldMk cId="132504903" sldId="266"/>
        </pc:sldMkLst>
        <pc:spChg chg="mod">
          <ac:chgData name="Charmi Patel" userId="S::fhv9735@autuni.ac.nz::580716cd-6efc-4414-809d-9b046d980771" providerId="AD" clId="Web-{E157D3FC-CA6D-867F-94B4-A3D6DE9C3E7A}" dt="2025-04-02T04:39:42.517" v="77" actId="20577"/>
          <ac:spMkLst>
            <pc:docMk/>
            <pc:sldMk cId="132504903" sldId="266"/>
            <ac:spMk id="3" creationId="{B33BA710-C055-235C-3EFD-1049C1E70CF3}"/>
          </ac:spMkLst>
        </pc:spChg>
      </pc:sldChg>
    </pc:docChg>
  </pc:docChgLst>
  <pc:docChgLst>
    <pc:chgData name="Charmi Patel" userId="S::fhv9735@autuni.ac.nz::580716cd-6efc-4414-809d-9b046d980771" providerId="AD" clId="Web-{4737E037-BC0D-D536-1410-E11E50852722}"/>
    <pc:docChg chg="modSld">
      <pc:chgData name="Charmi Patel" userId="S::fhv9735@autuni.ac.nz::580716cd-6efc-4414-809d-9b046d980771" providerId="AD" clId="Web-{4737E037-BC0D-D536-1410-E11E50852722}" dt="2025-04-02T04:41:47.778" v="4" actId="20577"/>
      <pc:docMkLst>
        <pc:docMk/>
      </pc:docMkLst>
      <pc:sldChg chg="modSp">
        <pc:chgData name="Charmi Patel" userId="S::fhv9735@autuni.ac.nz::580716cd-6efc-4414-809d-9b046d980771" providerId="AD" clId="Web-{4737E037-BC0D-D536-1410-E11E50852722}" dt="2025-04-02T04:41:47.778" v="4" actId="20577"/>
        <pc:sldMkLst>
          <pc:docMk/>
          <pc:sldMk cId="3549023980" sldId="262"/>
        </pc:sldMkLst>
        <pc:spChg chg="mod">
          <ac:chgData name="Charmi Patel" userId="S::fhv9735@autuni.ac.nz::580716cd-6efc-4414-809d-9b046d980771" providerId="AD" clId="Web-{4737E037-BC0D-D536-1410-E11E50852722}" dt="2025-04-02T04:41:47.778" v="4" actId="20577"/>
          <ac:spMkLst>
            <pc:docMk/>
            <pc:sldMk cId="3549023980" sldId="262"/>
            <ac:spMk id="3" creationId="{29312F50-E719-E906-B00D-C213C7F420D7}"/>
          </ac:spMkLst>
        </pc:spChg>
      </pc:sldChg>
    </pc:docChg>
  </pc:docChgLst>
  <pc:docChgLst>
    <pc:chgData name="Kylie Afable" userId="ddacc756-344a-4f82-a099-06c374999204" providerId="ADAL" clId="{76BE9B13-4954-44CE-8385-DDB7860BD176}"/>
    <pc:docChg chg="undo custSel addSld modSld">
      <pc:chgData name="Kylie Afable" userId="ddacc756-344a-4f82-a099-06c374999204" providerId="ADAL" clId="{76BE9B13-4954-44CE-8385-DDB7860BD176}" dt="2025-03-31T04:31:31.552" v="524" actId="20577"/>
      <pc:docMkLst>
        <pc:docMk/>
      </pc:docMkLst>
      <pc:sldChg chg="addSp delSp modSp new mod setBg setClrOvrMap delDesignElem">
        <pc:chgData name="Kylie Afable" userId="ddacc756-344a-4f82-a099-06c374999204" providerId="ADAL" clId="{76BE9B13-4954-44CE-8385-DDB7860BD176}" dt="2025-03-31T04:27:41.350" v="441" actId="20577"/>
        <pc:sldMkLst>
          <pc:docMk/>
          <pc:sldMk cId="1312115059" sldId="256"/>
        </pc:sldMkLst>
        <pc:spChg chg="mod">
          <ac:chgData name="Kylie Afable" userId="ddacc756-344a-4f82-a099-06c374999204" providerId="ADAL" clId="{76BE9B13-4954-44CE-8385-DDB7860BD176}" dt="2025-03-31T04:12:00.908" v="162" actId="1076"/>
          <ac:spMkLst>
            <pc:docMk/>
            <pc:sldMk cId="1312115059" sldId="256"/>
            <ac:spMk id="2" creationId="{09A4DA2F-BBD3-9658-9FAE-22EB1B415430}"/>
          </ac:spMkLst>
        </pc:spChg>
        <pc:spChg chg="mod">
          <ac:chgData name="Kylie Afable" userId="ddacc756-344a-4f82-a099-06c374999204" providerId="ADAL" clId="{76BE9B13-4954-44CE-8385-DDB7860BD176}" dt="2025-03-31T04:14:34.170" v="228" actId="1076"/>
          <ac:spMkLst>
            <pc:docMk/>
            <pc:sldMk cId="1312115059" sldId="256"/>
            <ac:spMk id="3" creationId="{8BBE5EAA-25F7-6FFE-DFFC-0F1610D14EE6}"/>
          </ac:spMkLst>
        </pc:spChg>
        <pc:spChg chg="add mod">
          <ac:chgData name="Kylie Afable" userId="ddacc756-344a-4f82-a099-06c374999204" providerId="ADAL" clId="{76BE9B13-4954-44CE-8385-DDB7860BD176}" dt="2025-03-31T04:16:11.835" v="256" actId="1076"/>
          <ac:spMkLst>
            <pc:docMk/>
            <pc:sldMk cId="1312115059" sldId="256"/>
            <ac:spMk id="4" creationId="{A5CB1634-FC97-8EAF-A3B7-18710DBD71F1}"/>
          </ac:spMkLst>
        </pc:spChg>
        <pc:spChg chg="add del">
          <ac:chgData name="Kylie Afable" userId="ddacc756-344a-4f82-a099-06c374999204" providerId="ADAL" clId="{76BE9B13-4954-44CE-8385-DDB7860BD176}" dt="2025-03-31T04:04:47.626" v="24" actId="26606"/>
          <ac:spMkLst>
            <pc:docMk/>
            <pc:sldMk cId="1312115059" sldId="256"/>
            <ac:spMk id="5" creationId="{4D6A640B-6684-4338-9199-6EE758735581}"/>
          </ac:spMkLst>
        </pc:spChg>
        <pc:spChg chg="add del">
          <ac:chgData name="Kylie Afable" userId="ddacc756-344a-4f82-a099-06c374999204" providerId="ADAL" clId="{76BE9B13-4954-44CE-8385-DDB7860BD176}" dt="2025-03-31T04:04:42.017" v="22"/>
          <ac:spMkLst>
            <pc:docMk/>
            <pc:sldMk cId="1312115059" sldId="256"/>
            <ac:spMk id="8" creationId="{D22D1B95-2B54-43E9-85D9-B489F6C5DD0F}"/>
          </ac:spMkLst>
        </pc:spChg>
        <pc:spChg chg="add del">
          <ac:chgData name="Kylie Afable" userId="ddacc756-344a-4f82-a099-06c374999204" providerId="ADAL" clId="{76BE9B13-4954-44CE-8385-DDB7860BD176}" dt="2025-03-31T04:04:42.017" v="22"/>
          <ac:spMkLst>
            <pc:docMk/>
            <pc:sldMk cId="1312115059" sldId="256"/>
            <ac:spMk id="10" creationId="{7D0F3F6D-A49D-4406-8D61-1C4F8D792F04}"/>
          </ac:spMkLst>
        </pc:spChg>
        <pc:spChg chg="add del">
          <ac:chgData name="Kylie Afable" userId="ddacc756-344a-4f82-a099-06c374999204" providerId="ADAL" clId="{76BE9B13-4954-44CE-8385-DDB7860BD176}" dt="2025-03-31T04:04:42.017" v="22"/>
          <ac:spMkLst>
            <pc:docMk/>
            <pc:sldMk cId="1312115059" sldId="256"/>
            <ac:spMk id="12" creationId="{D953A318-DA8D-4405-9536-D889E45C5E3E}"/>
          </ac:spMkLst>
        </pc:spChg>
        <pc:spChg chg="add del">
          <ac:chgData name="Kylie Afable" userId="ddacc756-344a-4f82-a099-06c374999204" providerId="ADAL" clId="{76BE9B13-4954-44CE-8385-DDB7860BD176}" dt="2025-03-31T04:04:42.017" v="22"/>
          <ac:spMkLst>
            <pc:docMk/>
            <pc:sldMk cId="1312115059" sldId="256"/>
            <ac:spMk id="14" creationId="{9E382A3D-2F90-475C-8DF2-F666FEA3425B}"/>
          </ac:spMkLst>
        </pc:spChg>
        <pc:spChg chg="add del">
          <ac:chgData name="Kylie Afable" userId="ddacc756-344a-4f82-a099-06c374999204" providerId="ADAL" clId="{76BE9B13-4954-44CE-8385-DDB7860BD176}" dt="2025-03-31T04:10:56.229" v="144"/>
          <ac:spMkLst>
            <pc:docMk/>
            <pc:sldMk cId="1312115059" sldId="256"/>
            <ac:spMk id="51" creationId="{E978A47D-4F17-40FE-AB70-7AF78A9575EB}"/>
          </ac:spMkLst>
        </pc:spChg>
        <pc:spChg chg="add del">
          <ac:chgData name="Kylie Afable" userId="ddacc756-344a-4f82-a099-06c374999204" providerId="ADAL" clId="{76BE9B13-4954-44CE-8385-DDB7860BD176}" dt="2025-03-31T04:04:47.626" v="24" actId="26606"/>
          <ac:spMkLst>
            <pc:docMk/>
            <pc:sldMk cId="1312115059" sldId="256"/>
            <ac:spMk id="66" creationId="{FF5E4228-419E-44B9-B090-94A9540E5B3F}"/>
          </ac:spMkLst>
        </pc:spChg>
        <pc:spChg chg="add del">
          <ac:chgData name="Kylie Afable" userId="ddacc756-344a-4f82-a099-06c374999204" providerId="ADAL" clId="{76BE9B13-4954-44CE-8385-DDB7860BD176}" dt="2025-03-31T04:04:48.489" v="26" actId="26606"/>
          <ac:spMkLst>
            <pc:docMk/>
            <pc:sldMk cId="1312115059" sldId="256"/>
            <ac:spMk id="68" creationId="{7A070EAD-1DCD-4F3D-BA84-799B891A0E19}"/>
          </ac:spMkLst>
        </pc:spChg>
        <pc:spChg chg="add del">
          <ac:chgData name="Kylie Afable" userId="ddacc756-344a-4f82-a099-06c374999204" providerId="ADAL" clId="{76BE9B13-4954-44CE-8385-DDB7860BD176}" dt="2025-03-31T04:04:51.670" v="28" actId="26606"/>
          <ac:spMkLst>
            <pc:docMk/>
            <pc:sldMk cId="1312115059" sldId="256"/>
            <ac:spMk id="73" creationId="{B7D4B16D-600A-41A1-8B1B-3727C56C0C9B}"/>
          </ac:spMkLst>
        </pc:spChg>
        <pc:spChg chg="add del">
          <ac:chgData name="Kylie Afable" userId="ddacc756-344a-4f82-a099-06c374999204" providerId="ADAL" clId="{76BE9B13-4954-44CE-8385-DDB7860BD176}" dt="2025-03-31T04:04:55.442" v="30" actId="26606"/>
          <ac:spMkLst>
            <pc:docMk/>
            <pc:sldMk cId="1312115059" sldId="256"/>
            <ac:spMk id="80" creationId="{61C6D790-69F0-40CA-813A-84D724D1C6D2}"/>
          </ac:spMkLst>
        </pc:spChg>
        <pc:spChg chg="add del">
          <ac:chgData name="Kylie Afable" userId="ddacc756-344a-4f82-a099-06c374999204" providerId="ADAL" clId="{76BE9B13-4954-44CE-8385-DDB7860BD176}" dt="2025-03-31T04:04:55.442" v="30" actId="26606"/>
          <ac:spMkLst>
            <pc:docMk/>
            <pc:sldMk cId="1312115059" sldId="256"/>
            <ac:spMk id="81" creationId="{F5A78137-DBB7-4A93-98AC-5606814E2DC5}"/>
          </ac:spMkLst>
        </pc:spChg>
        <pc:spChg chg="add del">
          <ac:chgData name="Kylie Afable" userId="ddacc756-344a-4f82-a099-06c374999204" providerId="ADAL" clId="{76BE9B13-4954-44CE-8385-DDB7860BD176}" dt="2025-03-31T04:10:36.994" v="141"/>
          <ac:spMkLst>
            <pc:docMk/>
            <pc:sldMk cId="1312115059" sldId="256"/>
            <ac:spMk id="85" creationId="{4B24F6DB-F114-44A7-BB56-D401884E4E7F}"/>
          </ac:spMkLst>
        </pc:spChg>
        <pc:spChg chg="add">
          <ac:chgData name="Kylie Afable" userId="ddacc756-344a-4f82-a099-06c374999204" providerId="ADAL" clId="{76BE9B13-4954-44CE-8385-DDB7860BD176}" dt="2025-03-31T04:11:10.467" v="149" actId="26606"/>
          <ac:spMkLst>
            <pc:docMk/>
            <pc:sldMk cId="1312115059" sldId="256"/>
            <ac:spMk id="127" creationId="{4B24F6DB-F114-44A7-BB56-D401884E4E7F}"/>
          </ac:spMkLst>
        </pc:spChg>
        <pc:spChg chg="add mod">
          <ac:chgData name="Kylie Afable" userId="ddacc756-344a-4f82-a099-06c374999204" providerId="ADAL" clId="{76BE9B13-4954-44CE-8385-DDB7860BD176}" dt="2025-03-31T04:27:41.350" v="441" actId="20577"/>
          <ac:spMkLst>
            <pc:docMk/>
            <pc:sldMk cId="1312115059" sldId="256"/>
            <ac:spMk id="149" creationId="{45037266-BD90-38D2-6E3B-CA1259909F1B}"/>
          </ac:spMkLst>
        </pc:spChg>
        <pc:grpChg chg="add del">
          <ac:chgData name="Kylie Afable" userId="ddacc756-344a-4f82-a099-06c374999204" providerId="ADAL" clId="{76BE9B13-4954-44CE-8385-DDB7860BD176}" dt="2025-03-31T04:04:47.626" v="24" actId="26606"/>
          <ac:grpSpMkLst>
            <pc:docMk/>
            <pc:sldMk cId="1312115059" sldId="256"/>
            <ac:grpSpMk id="6" creationId="{5BAB052D-92E4-4715-895B-E423230754C2}"/>
          </ac:grpSpMkLst>
        </pc:grpChg>
        <pc:grpChg chg="add">
          <ac:chgData name="Kylie Afable" userId="ddacc756-344a-4f82-a099-06c374999204" providerId="ADAL" clId="{76BE9B13-4954-44CE-8385-DDB7860BD176}" dt="2025-03-31T04:11:10.467" v="149" actId="26606"/>
          <ac:grpSpMkLst>
            <pc:docMk/>
            <pc:sldMk cId="1312115059" sldId="256"/>
            <ac:grpSpMk id="11" creationId="{9BE10567-6165-46A7-867D-4690A16B46D6}"/>
          </ac:grpSpMkLst>
        </pc:grpChg>
        <pc:grpChg chg="add del">
          <ac:chgData name="Kylie Afable" userId="ddacc756-344a-4f82-a099-06c374999204" providerId="ADAL" clId="{76BE9B13-4954-44CE-8385-DDB7860BD176}" dt="2025-03-31T04:10:56.229" v="144"/>
          <ac:grpSpMkLst>
            <pc:docMk/>
            <pc:sldMk cId="1312115059" sldId="256"/>
            <ac:grpSpMk id="50" creationId="{3BAEF7DA-43C4-4736-B5A3-B48E6125AB2D}"/>
          </ac:grpSpMkLst>
        </pc:grpChg>
        <pc:grpChg chg="add del">
          <ac:chgData name="Kylie Afable" userId="ddacc756-344a-4f82-a099-06c374999204" providerId="ADAL" clId="{76BE9B13-4954-44CE-8385-DDB7860BD176}" dt="2025-03-31T04:10:56.229" v="144"/>
          <ac:grpSpMkLst>
            <pc:docMk/>
            <pc:sldMk cId="1312115059" sldId="256"/>
            <ac:grpSpMk id="53" creationId="{85BE3A7E-6A3F-401E-A025-BBB8FDB8DD30}"/>
          </ac:grpSpMkLst>
        </pc:grpChg>
        <pc:grpChg chg="add del">
          <ac:chgData name="Kylie Afable" userId="ddacc756-344a-4f82-a099-06c374999204" providerId="ADAL" clId="{76BE9B13-4954-44CE-8385-DDB7860BD176}" dt="2025-03-31T04:04:48.489" v="26" actId="26606"/>
          <ac:grpSpMkLst>
            <pc:docMk/>
            <pc:sldMk cId="1312115059" sldId="256"/>
            <ac:grpSpMk id="69" creationId="{DE471E13-6104-4637-8A8F-B545529B1D11}"/>
          </ac:grpSpMkLst>
        </pc:grpChg>
        <pc:grpChg chg="add del">
          <ac:chgData name="Kylie Afable" userId="ddacc756-344a-4f82-a099-06c374999204" providerId="ADAL" clId="{76BE9B13-4954-44CE-8385-DDB7860BD176}" dt="2025-03-31T04:04:51.670" v="28" actId="26606"/>
          <ac:grpSpMkLst>
            <pc:docMk/>
            <pc:sldMk cId="1312115059" sldId="256"/>
            <ac:grpSpMk id="74" creationId="{DE7C35E0-BD19-4AFC-81BF-7A7507E9C94D}"/>
          </ac:grpSpMkLst>
        </pc:grpChg>
        <pc:grpChg chg="add del">
          <ac:chgData name="Kylie Afable" userId="ddacc756-344a-4f82-a099-06c374999204" providerId="ADAL" clId="{76BE9B13-4954-44CE-8385-DDB7860BD176}" dt="2025-03-31T04:10:36.994" v="141"/>
          <ac:grpSpMkLst>
            <pc:docMk/>
            <pc:sldMk cId="1312115059" sldId="256"/>
            <ac:grpSpMk id="83" creationId="{9BE10567-6165-46A7-867D-4690A16B46D6}"/>
          </ac:grpSpMkLst>
        </pc:grpChg>
        <pc:grpChg chg="add del">
          <ac:chgData name="Kylie Afable" userId="ddacc756-344a-4f82-a099-06c374999204" providerId="ADAL" clId="{76BE9B13-4954-44CE-8385-DDB7860BD176}" dt="2025-03-31T04:10:56.229" v="144"/>
          <ac:grpSpMkLst>
            <pc:docMk/>
            <pc:sldMk cId="1312115059" sldId="256"/>
            <ac:grpSpMk id="84" creationId="{F4E035BE-9FF4-43D3-BC25-CF582D7FF85E}"/>
          </ac:grpSpMkLst>
        </pc:grpChg>
        <pc:grpChg chg="add del">
          <ac:chgData name="Kylie Afable" userId="ddacc756-344a-4f82-a099-06c374999204" providerId="ADAL" clId="{76BE9B13-4954-44CE-8385-DDB7860BD176}" dt="2025-03-31T04:10:36.994" v="141"/>
          <ac:grpSpMkLst>
            <pc:docMk/>
            <pc:sldMk cId="1312115059" sldId="256"/>
            <ac:grpSpMk id="86" creationId="{4DB50ECD-225E-4F81-AF7B-706DD05F3BA8}"/>
          </ac:grpSpMkLst>
        </pc:grpChg>
        <pc:grpChg chg="add">
          <ac:chgData name="Kylie Afable" userId="ddacc756-344a-4f82-a099-06c374999204" providerId="ADAL" clId="{76BE9B13-4954-44CE-8385-DDB7860BD176}" dt="2025-03-31T04:11:10.467" v="149" actId="26606"/>
          <ac:grpSpMkLst>
            <pc:docMk/>
            <pc:sldMk cId="1312115059" sldId="256"/>
            <ac:grpSpMk id="128" creationId="{4DB50ECD-225E-4F81-AF7B-706DD05F3BA8}"/>
          </ac:grpSpMkLst>
        </pc:grpChg>
        <pc:picChg chg="add del">
          <ac:chgData name="Kylie Afable" userId="ddacc756-344a-4f82-a099-06c374999204" providerId="ADAL" clId="{76BE9B13-4954-44CE-8385-DDB7860BD176}" dt="2025-03-31T04:10:56.229" v="144"/>
          <ac:picMkLst>
            <pc:docMk/>
            <pc:sldMk cId="1312115059" sldId="256"/>
            <ac:picMk id="7" creationId="{9FBB3149-8289-4060-BB01-ED3047C53146}"/>
          </ac:picMkLst>
        </pc:picChg>
        <pc:picChg chg="add del">
          <ac:chgData name="Kylie Afable" userId="ddacc756-344a-4f82-a099-06c374999204" providerId="ADAL" clId="{76BE9B13-4954-44CE-8385-DDB7860BD176}" dt="2025-03-31T04:04:51.670" v="28" actId="26606"/>
          <ac:picMkLst>
            <pc:docMk/>
            <pc:sldMk cId="1312115059" sldId="256"/>
            <ac:picMk id="77" creationId="{51039561-92F9-40EE-900B-6AA0F58042A4}"/>
          </ac:picMkLst>
        </pc:picChg>
        <pc:cxnChg chg="add del">
          <ac:chgData name="Kylie Afable" userId="ddacc756-344a-4f82-a099-06c374999204" providerId="ADAL" clId="{76BE9B13-4954-44CE-8385-DDB7860BD176}" dt="2025-03-31T04:04:51.670" v="28" actId="26606"/>
          <ac:cxnSpMkLst>
            <pc:docMk/>
            <pc:sldMk cId="1312115059" sldId="256"/>
            <ac:cxnSpMk id="78" creationId="{D902DA06-324A-48CE-8C20-94535480A632}"/>
          </ac:cxnSpMkLst>
        </pc:cxnChg>
        <pc:cxnChg chg="add del">
          <ac:chgData name="Kylie Afable" userId="ddacc756-344a-4f82-a099-06c374999204" providerId="ADAL" clId="{76BE9B13-4954-44CE-8385-DDB7860BD176}" dt="2025-03-31T04:10:56.229" v="144"/>
          <ac:cxnSpMkLst>
            <pc:docMk/>
            <pc:sldMk cId="1312115059" sldId="256"/>
            <ac:cxnSpMk id="82" creationId="{085ECEC0-FF5D-4348-92C7-1EA7C61E770C}"/>
          </ac:cxnSpMkLst>
        </pc:cxnChg>
      </pc:sldChg>
      <pc:sldChg chg="addSp delSp modSp new mod setBg delDesignElem">
        <pc:chgData name="Kylie Afable" userId="ddacc756-344a-4f82-a099-06c374999204" providerId="ADAL" clId="{76BE9B13-4954-44CE-8385-DDB7860BD176}" dt="2025-03-31T04:11:07.150" v="148"/>
        <pc:sldMkLst>
          <pc:docMk/>
          <pc:sldMk cId="2028713515" sldId="257"/>
        </pc:sldMkLst>
        <pc:spChg chg="mod">
          <ac:chgData name="Kylie Afable" userId="ddacc756-344a-4f82-a099-06c374999204" providerId="ADAL" clId="{76BE9B13-4954-44CE-8385-DDB7860BD176}" dt="2025-03-31T04:11:07.150" v="148"/>
          <ac:spMkLst>
            <pc:docMk/>
            <pc:sldMk cId="2028713515" sldId="257"/>
            <ac:spMk id="2" creationId="{CEC5995D-441A-CFD2-F44A-C1F865DE2E32}"/>
          </ac:spMkLst>
        </pc:spChg>
        <pc:spChg chg="mod">
          <ac:chgData name="Kylie Afable" userId="ddacc756-344a-4f82-a099-06c374999204" providerId="ADAL" clId="{76BE9B13-4954-44CE-8385-DDB7860BD176}" dt="2025-03-31T04:11:07.150" v="148"/>
          <ac:spMkLst>
            <pc:docMk/>
            <pc:sldMk cId="2028713515" sldId="257"/>
            <ac:spMk id="3" creationId="{5F3B77BC-19D1-27CB-9630-CC5EE5A4C382}"/>
          </ac:spMkLst>
        </pc:spChg>
        <pc:spChg chg="add del">
          <ac:chgData name="Kylie Afable" userId="ddacc756-344a-4f82-a099-06c374999204" providerId="ADAL" clId="{76BE9B13-4954-44CE-8385-DDB7860BD176}" dt="2025-03-31T04:10:36.994" v="141"/>
          <ac:spMkLst>
            <pc:docMk/>
            <pc:sldMk cId="2028713515" sldId="257"/>
            <ac:spMk id="5" creationId="{B61375F2-60B1-44ED-B60A-019C4BD5A62A}"/>
          </ac:spMkLst>
        </pc:spChg>
        <pc:spChg chg="add del">
          <ac:chgData name="Kylie Afable" userId="ddacc756-344a-4f82-a099-06c374999204" providerId="ADAL" clId="{76BE9B13-4954-44CE-8385-DDB7860BD176}" dt="2025-03-31T04:08:36.483" v="112" actId="26606"/>
          <ac:spMkLst>
            <pc:docMk/>
            <pc:sldMk cId="2028713515" sldId="257"/>
            <ac:spMk id="8" creationId="{B61375F2-60B1-44ED-B60A-019C4BD5A62A}"/>
          </ac:spMkLst>
        </pc:spChg>
        <pc:grpChg chg="add del">
          <ac:chgData name="Kylie Afable" userId="ddacc756-344a-4f82-a099-06c374999204" providerId="ADAL" clId="{76BE9B13-4954-44CE-8385-DDB7860BD176}" dt="2025-03-31T04:10:36.994" v="141"/>
          <ac:grpSpMkLst>
            <pc:docMk/>
            <pc:sldMk cId="2028713515" sldId="257"/>
            <ac:grpSpMk id="6" creationId="{4ADB9295-9645-4BF2-ADFD-75800B7FAD06}"/>
          </ac:grpSpMkLst>
        </pc:grpChg>
        <pc:grpChg chg="add del">
          <ac:chgData name="Kylie Afable" userId="ddacc756-344a-4f82-a099-06c374999204" providerId="ADAL" clId="{76BE9B13-4954-44CE-8385-DDB7860BD176}" dt="2025-03-31T04:08:36.483" v="112" actId="26606"/>
          <ac:grpSpMkLst>
            <pc:docMk/>
            <pc:sldMk cId="2028713515" sldId="257"/>
            <ac:grpSpMk id="10" creationId="{4ADB9295-9645-4BF2-ADFD-75800B7FAD06}"/>
          </ac:grpSpMkLst>
        </pc:grpChg>
        <pc:grpChg chg="add del">
          <ac:chgData name="Kylie Afable" userId="ddacc756-344a-4f82-a099-06c374999204" providerId="ADAL" clId="{76BE9B13-4954-44CE-8385-DDB7860BD176}" dt="2025-03-31T04:08:36.483" v="112" actId="26606"/>
          <ac:grpSpMkLst>
            <pc:docMk/>
            <pc:sldMk cId="2028713515" sldId="257"/>
            <ac:grpSpMk id="39" creationId="{B485B3F6-654D-4842-A2DE-677D12FED460}"/>
          </ac:grpSpMkLst>
        </pc:grpChg>
        <pc:grpChg chg="add del">
          <ac:chgData name="Kylie Afable" userId="ddacc756-344a-4f82-a099-06c374999204" providerId="ADAL" clId="{76BE9B13-4954-44CE-8385-DDB7860BD176}" dt="2025-03-31T04:10:36.994" v="141"/>
          <ac:grpSpMkLst>
            <pc:docMk/>
            <pc:sldMk cId="2028713515" sldId="257"/>
            <ac:grpSpMk id="74" creationId="{B485B3F6-654D-4842-A2DE-677D12FED460}"/>
          </ac:grpSpMkLst>
        </pc:grpChg>
      </pc:sldChg>
      <pc:sldChg chg="modSp new mod">
        <pc:chgData name="Kylie Afable" userId="ddacc756-344a-4f82-a099-06c374999204" providerId="ADAL" clId="{76BE9B13-4954-44CE-8385-DDB7860BD176}" dt="2025-03-31T04:23:21.040" v="275" actId="20577"/>
        <pc:sldMkLst>
          <pc:docMk/>
          <pc:sldMk cId="1172909354" sldId="258"/>
        </pc:sldMkLst>
        <pc:spChg chg="mod">
          <ac:chgData name="Kylie Afable" userId="ddacc756-344a-4f82-a099-06c374999204" providerId="ADAL" clId="{76BE9B13-4954-44CE-8385-DDB7860BD176}" dt="2025-03-31T04:23:21.040" v="275" actId="20577"/>
          <ac:spMkLst>
            <pc:docMk/>
            <pc:sldMk cId="1172909354" sldId="258"/>
            <ac:spMk id="2" creationId="{F710391E-39E5-823A-A1DA-61E7ED2504CA}"/>
          </ac:spMkLst>
        </pc:spChg>
        <pc:spChg chg="mod">
          <ac:chgData name="Kylie Afable" userId="ddacc756-344a-4f82-a099-06c374999204" providerId="ADAL" clId="{76BE9B13-4954-44CE-8385-DDB7860BD176}" dt="2025-03-31T04:11:07.150" v="148"/>
          <ac:spMkLst>
            <pc:docMk/>
            <pc:sldMk cId="1172909354" sldId="258"/>
            <ac:spMk id="3" creationId="{D682FF18-9365-36B8-EDB4-C577A7CE2330}"/>
          </ac:spMkLst>
        </pc:spChg>
      </pc:sldChg>
      <pc:sldChg chg="modSp new mod">
        <pc:chgData name="Kylie Afable" userId="ddacc756-344a-4f82-a099-06c374999204" providerId="ADAL" clId="{76BE9B13-4954-44CE-8385-DDB7860BD176}" dt="2025-03-31T04:23:27.349" v="284" actId="20577"/>
        <pc:sldMkLst>
          <pc:docMk/>
          <pc:sldMk cId="3550247993" sldId="259"/>
        </pc:sldMkLst>
        <pc:spChg chg="mod">
          <ac:chgData name="Kylie Afable" userId="ddacc756-344a-4f82-a099-06c374999204" providerId="ADAL" clId="{76BE9B13-4954-44CE-8385-DDB7860BD176}" dt="2025-03-31T04:23:27.349" v="284" actId="20577"/>
          <ac:spMkLst>
            <pc:docMk/>
            <pc:sldMk cId="3550247993" sldId="259"/>
            <ac:spMk id="2" creationId="{F8B1D107-F27E-0F7A-5126-A1F2785CDEFB}"/>
          </ac:spMkLst>
        </pc:spChg>
        <pc:spChg chg="mod">
          <ac:chgData name="Kylie Afable" userId="ddacc756-344a-4f82-a099-06c374999204" providerId="ADAL" clId="{76BE9B13-4954-44CE-8385-DDB7860BD176}" dt="2025-03-31T04:11:07.150" v="148"/>
          <ac:spMkLst>
            <pc:docMk/>
            <pc:sldMk cId="3550247993" sldId="259"/>
            <ac:spMk id="3" creationId="{7B9CD419-57B3-8910-F052-479BCFDD3C18}"/>
          </ac:spMkLst>
        </pc:spChg>
      </pc:sldChg>
      <pc:sldChg chg="addSp delSp modSp new mod setBg delDesignElem">
        <pc:chgData name="Kylie Afable" userId="ddacc756-344a-4f82-a099-06c374999204" providerId="ADAL" clId="{76BE9B13-4954-44CE-8385-DDB7860BD176}" dt="2025-03-31T04:23:39.313" v="308" actId="20577"/>
        <pc:sldMkLst>
          <pc:docMk/>
          <pc:sldMk cId="2580490598" sldId="260"/>
        </pc:sldMkLst>
        <pc:spChg chg="mod">
          <ac:chgData name="Kylie Afable" userId="ddacc756-344a-4f82-a099-06c374999204" providerId="ADAL" clId="{76BE9B13-4954-44CE-8385-DDB7860BD176}" dt="2025-03-31T04:23:39.313" v="308" actId="20577"/>
          <ac:spMkLst>
            <pc:docMk/>
            <pc:sldMk cId="2580490598" sldId="260"/>
            <ac:spMk id="2" creationId="{F128D52A-FA23-B66B-1E48-82F01B417522}"/>
          </ac:spMkLst>
        </pc:spChg>
        <pc:spChg chg="mod">
          <ac:chgData name="Kylie Afable" userId="ddacc756-344a-4f82-a099-06c374999204" providerId="ADAL" clId="{76BE9B13-4954-44CE-8385-DDB7860BD176}" dt="2025-03-31T04:11:07.150" v="148"/>
          <ac:spMkLst>
            <pc:docMk/>
            <pc:sldMk cId="2580490598" sldId="260"/>
            <ac:spMk id="3" creationId="{EACEA6C9-D584-9940-CD4C-37274BB2C149}"/>
          </ac:spMkLst>
        </pc:spChg>
        <pc:spChg chg="add del">
          <ac:chgData name="Kylie Afable" userId="ddacc756-344a-4f82-a099-06c374999204" providerId="ADAL" clId="{76BE9B13-4954-44CE-8385-DDB7860BD176}" dt="2025-03-31T04:10:36.994" v="141"/>
          <ac:spMkLst>
            <pc:docMk/>
            <pc:sldMk cId="2580490598" sldId="260"/>
            <ac:spMk id="8" creationId="{B61375F2-60B1-44ED-B60A-019C4BD5A62A}"/>
          </ac:spMkLst>
        </pc:spChg>
        <pc:grpChg chg="add del">
          <ac:chgData name="Kylie Afable" userId="ddacc756-344a-4f82-a099-06c374999204" providerId="ADAL" clId="{76BE9B13-4954-44CE-8385-DDB7860BD176}" dt="2025-03-31T04:10:36.994" v="141"/>
          <ac:grpSpMkLst>
            <pc:docMk/>
            <pc:sldMk cId="2580490598" sldId="260"/>
            <ac:grpSpMk id="10" creationId="{4ADB9295-9645-4BF2-ADFD-75800B7FAD06}"/>
          </ac:grpSpMkLst>
        </pc:grpChg>
        <pc:grpChg chg="add del">
          <ac:chgData name="Kylie Afable" userId="ddacc756-344a-4f82-a099-06c374999204" providerId="ADAL" clId="{76BE9B13-4954-44CE-8385-DDB7860BD176}" dt="2025-03-31T04:10:36.994" v="141"/>
          <ac:grpSpMkLst>
            <pc:docMk/>
            <pc:sldMk cId="2580490598" sldId="260"/>
            <ac:grpSpMk id="39" creationId="{B485B3F6-654D-4842-A2DE-677D12FED460}"/>
          </ac:grpSpMkLst>
        </pc:grpChg>
      </pc:sldChg>
      <pc:sldChg chg="modSp new mod">
        <pc:chgData name="Kylie Afable" userId="ddacc756-344a-4f82-a099-06c374999204" providerId="ADAL" clId="{76BE9B13-4954-44CE-8385-DDB7860BD176}" dt="2025-03-31T04:23:51.941" v="332" actId="20577"/>
        <pc:sldMkLst>
          <pc:docMk/>
          <pc:sldMk cId="4155465151" sldId="261"/>
        </pc:sldMkLst>
        <pc:spChg chg="mod">
          <ac:chgData name="Kylie Afable" userId="ddacc756-344a-4f82-a099-06c374999204" providerId="ADAL" clId="{76BE9B13-4954-44CE-8385-DDB7860BD176}" dt="2025-03-31T04:23:51.941" v="332" actId="20577"/>
          <ac:spMkLst>
            <pc:docMk/>
            <pc:sldMk cId="4155465151" sldId="261"/>
            <ac:spMk id="2" creationId="{25D389E3-BB89-22C8-2ACF-9C6BF5C4281C}"/>
          </ac:spMkLst>
        </pc:spChg>
        <pc:spChg chg="mod">
          <ac:chgData name="Kylie Afable" userId="ddacc756-344a-4f82-a099-06c374999204" providerId="ADAL" clId="{76BE9B13-4954-44CE-8385-DDB7860BD176}" dt="2025-03-31T04:11:07.150" v="148"/>
          <ac:spMkLst>
            <pc:docMk/>
            <pc:sldMk cId="4155465151" sldId="261"/>
            <ac:spMk id="3" creationId="{B17FCFA5-C686-A664-C225-57537FBFDC18}"/>
          </ac:spMkLst>
        </pc:spChg>
      </pc:sldChg>
      <pc:sldChg chg="addSp delSp modSp new mod setBg delDesignElem">
        <pc:chgData name="Kylie Afable" userId="ddacc756-344a-4f82-a099-06c374999204" providerId="ADAL" clId="{76BE9B13-4954-44CE-8385-DDB7860BD176}" dt="2025-03-31T04:24:23.261" v="384" actId="20577"/>
        <pc:sldMkLst>
          <pc:docMk/>
          <pc:sldMk cId="3549023980" sldId="262"/>
        </pc:sldMkLst>
        <pc:spChg chg="mod">
          <ac:chgData name="Kylie Afable" userId="ddacc756-344a-4f82-a099-06c374999204" providerId="ADAL" clId="{76BE9B13-4954-44CE-8385-DDB7860BD176}" dt="2025-03-31T04:24:23.261" v="384" actId="20577"/>
          <ac:spMkLst>
            <pc:docMk/>
            <pc:sldMk cId="3549023980" sldId="262"/>
            <ac:spMk id="2" creationId="{AA68C96C-4609-5A29-1BBA-171DDA516B22}"/>
          </ac:spMkLst>
        </pc:spChg>
        <pc:spChg chg="mod">
          <ac:chgData name="Kylie Afable" userId="ddacc756-344a-4f82-a099-06c374999204" providerId="ADAL" clId="{76BE9B13-4954-44CE-8385-DDB7860BD176}" dt="2025-03-31T04:11:07.150" v="148"/>
          <ac:spMkLst>
            <pc:docMk/>
            <pc:sldMk cId="3549023980" sldId="262"/>
            <ac:spMk id="3" creationId="{29312F50-E719-E906-B00D-C213C7F420D7}"/>
          </ac:spMkLst>
        </pc:spChg>
        <pc:spChg chg="add del">
          <ac:chgData name="Kylie Afable" userId="ddacc756-344a-4f82-a099-06c374999204" providerId="ADAL" clId="{76BE9B13-4954-44CE-8385-DDB7860BD176}" dt="2025-03-31T04:10:36.994" v="141"/>
          <ac:spMkLst>
            <pc:docMk/>
            <pc:sldMk cId="3549023980" sldId="262"/>
            <ac:spMk id="8" creationId="{B61375F2-60B1-44ED-B60A-019C4BD5A62A}"/>
          </ac:spMkLst>
        </pc:spChg>
        <pc:grpChg chg="add del">
          <ac:chgData name="Kylie Afable" userId="ddacc756-344a-4f82-a099-06c374999204" providerId="ADAL" clId="{76BE9B13-4954-44CE-8385-DDB7860BD176}" dt="2025-03-31T04:10:36.994" v="141"/>
          <ac:grpSpMkLst>
            <pc:docMk/>
            <pc:sldMk cId="3549023980" sldId="262"/>
            <ac:grpSpMk id="10" creationId="{4ADB9295-9645-4BF2-ADFD-75800B7FAD06}"/>
          </ac:grpSpMkLst>
        </pc:grpChg>
        <pc:grpChg chg="add del">
          <ac:chgData name="Kylie Afable" userId="ddacc756-344a-4f82-a099-06c374999204" providerId="ADAL" clId="{76BE9B13-4954-44CE-8385-DDB7860BD176}" dt="2025-03-31T04:10:36.994" v="141"/>
          <ac:grpSpMkLst>
            <pc:docMk/>
            <pc:sldMk cId="3549023980" sldId="262"/>
            <ac:grpSpMk id="39" creationId="{B485B3F6-654D-4842-A2DE-677D12FED460}"/>
          </ac:grpSpMkLst>
        </pc:grpChg>
      </pc:sldChg>
      <pc:sldChg chg="modSp new mod">
        <pc:chgData name="Kylie Afable" userId="ddacc756-344a-4f82-a099-06c374999204" providerId="ADAL" clId="{76BE9B13-4954-44CE-8385-DDB7860BD176}" dt="2025-03-31T04:26:29.513" v="421" actId="20577"/>
        <pc:sldMkLst>
          <pc:docMk/>
          <pc:sldMk cId="215071416" sldId="263"/>
        </pc:sldMkLst>
        <pc:spChg chg="mod">
          <ac:chgData name="Kylie Afable" userId="ddacc756-344a-4f82-a099-06c374999204" providerId="ADAL" clId="{76BE9B13-4954-44CE-8385-DDB7860BD176}" dt="2025-03-31T04:26:29.513" v="421" actId="20577"/>
          <ac:spMkLst>
            <pc:docMk/>
            <pc:sldMk cId="215071416" sldId="263"/>
            <ac:spMk id="2" creationId="{141D2F1D-0F46-9055-FD69-94BDF98800B0}"/>
          </ac:spMkLst>
        </pc:spChg>
        <pc:spChg chg="mod">
          <ac:chgData name="Kylie Afable" userId="ddacc756-344a-4f82-a099-06c374999204" providerId="ADAL" clId="{76BE9B13-4954-44CE-8385-DDB7860BD176}" dt="2025-03-31T04:11:07.150" v="148"/>
          <ac:spMkLst>
            <pc:docMk/>
            <pc:sldMk cId="215071416" sldId="263"/>
            <ac:spMk id="3" creationId="{BDDC5EBB-1EC3-86AE-0986-5F2B823A2381}"/>
          </ac:spMkLst>
        </pc:spChg>
      </pc:sldChg>
      <pc:sldChg chg="addSp delSp modSp new mod setBg delDesignElem">
        <pc:chgData name="Kylie Afable" userId="ddacc756-344a-4f82-a099-06c374999204" providerId="ADAL" clId="{76BE9B13-4954-44CE-8385-DDB7860BD176}" dt="2025-03-31T04:28:04.288" v="455" actId="20577"/>
        <pc:sldMkLst>
          <pc:docMk/>
          <pc:sldMk cId="4156481656" sldId="264"/>
        </pc:sldMkLst>
        <pc:spChg chg="mod">
          <ac:chgData name="Kylie Afable" userId="ddacc756-344a-4f82-a099-06c374999204" providerId="ADAL" clId="{76BE9B13-4954-44CE-8385-DDB7860BD176}" dt="2025-03-31T04:28:04.288" v="455" actId="20577"/>
          <ac:spMkLst>
            <pc:docMk/>
            <pc:sldMk cId="4156481656" sldId="264"/>
            <ac:spMk id="2" creationId="{445F1625-CE67-0C18-A3C5-C42F3A84332C}"/>
          </ac:spMkLst>
        </pc:spChg>
        <pc:spChg chg="mod">
          <ac:chgData name="Kylie Afable" userId="ddacc756-344a-4f82-a099-06c374999204" providerId="ADAL" clId="{76BE9B13-4954-44CE-8385-DDB7860BD176}" dt="2025-03-31T04:11:07.150" v="148"/>
          <ac:spMkLst>
            <pc:docMk/>
            <pc:sldMk cId="4156481656" sldId="264"/>
            <ac:spMk id="3" creationId="{AEDD0EFF-4E46-9C78-6E2A-B5A756AD3F61}"/>
          </ac:spMkLst>
        </pc:spChg>
        <pc:spChg chg="add del">
          <ac:chgData name="Kylie Afable" userId="ddacc756-344a-4f82-a099-06c374999204" providerId="ADAL" clId="{76BE9B13-4954-44CE-8385-DDB7860BD176}" dt="2025-03-31T04:10:36.994" v="141"/>
          <ac:spMkLst>
            <pc:docMk/>
            <pc:sldMk cId="4156481656" sldId="264"/>
            <ac:spMk id="8" creationId="{B61375F2-60B1-44ED-B60A-019C4BD5A62A}"/>
          </ac:spMkLst>
        </pc:spChg>
        <pc:grpChg chg="add del">
          <ac:chgData name="Kylie Afable" userId="ddacc756-344a-4f82-a099-06c374999204" providerId="ADAL" clId="{76BE9B13-4954-44CE-8385-DDB7860BD176}" dt="2025-03-31T04:10:36.994" v="141"/>
          <ac:grpSpMkLst>
            <pc:docMk/>
            <pc:sldMk cId="4156481656" sldId="264"/>
            <ac:grpSpMk id="10" creationId="{4ADB9295-9645-4BF2-ADFD-75800B7FAD06}"/>
          </ac:grpSpMkLst>
        </pc:grpChg>
        <pc:grpChg chg="add del">
          <ac:chgData name="Kylie Afable" userId="ddacc756-344a-4f82-a099-06c374999204" providerId="ADAL" clId="{76BE9B13-4954-44CE-8385-DDB7860BD176}" dt="2025-03-31T04:10:36.994" v="141"/>
          <ac:grpSpMkLst>
            <pc:docMk/>
            <pc:sldMk cId="4156481656" sldId="264"/>
            <ac:grpSpMk id="39" creationId="{B485B3F6-654D-4842-A2DE-677D12FED460}"/>
          </ac:grpSpMkLst>
        </pc:grpChg>
      </pc:sldChg>
      <pc:sldChg chg="modSp new mod">
        <pc:chgData name="Kylie Afable" userId="ddacc756-344a-4f82-a099-06c374999204" providerId="ADAL" clId="{76BE9B13-4954-44CE-8385-DDB7860BD176}" dt="2025-03-31T04:28:11.724" v="478" actId="20577"/>
        <pc:sldMkLst>
          <pc:docMk/>
          <pc:sldMk cId="2117413443" sldId="265"/>
        </pc:sldMkLst>
        <pc:spChg chg="mod">
          <ac:chgData name="Kylie Afable" userId="ddacc756-344a-4f82-a099-06c374999204" providerId="ADAL" clId="{76BE9B13-4954-44CE-8385-DDB7860BD176}" dt="2025-03-31T04:28:11.724" v="478" actId="20577"/>
          <ac:spMkLst>
            <pc:docMk/>
            <pc:sldMk cId="2117413443" sldId="265"/>
            <ac:spMk id="2" creationId="{6C5915AA-9674-2E81-79D0-0705C29E9ACB}"/>
          </ac:spMkLst>
        </pc:spChg>
        <pc:spChg chg="mod">
          <ac:chgData name="Kylie Afable" userId="ddacc756-344a-4f82-a099-06c374999204" providerId="ADAL" clId="{76BE9B13-4954-44CE-8385-DDB7860BD176}" dt="2025-03-31T04:11:07.150" v="148"/>
          <ac:spMkLst>
            <pc:docMk/>
            <pc:sldMk cId="2117413443" sldId="265"/>
            <ac:spMk id="3" creationId="{18FB8679-FCDA-7DBB-4992-932CFFAB141C}"/>
          </ac:spMkLst>
        </pc:spChg>
      </pc:sldChg>
      <pc:sldChg chg="addSp delSp modSp new mod setBg delDesignElem">
        <pc:chgData name="Kylie Afable" userId="ddacc756-344a-4f82-a099-06c374999204" providerId="ADAL" clId="{76BE9B13-4954-44CE-8385-DDB7860BD176}" dt="2025-03-31T04:28:53.733" v="514" actId="20577"/>
        <pc:sldMkLst>
          <pc:docMk/>
          <pc:sldMk cId="132504903" sldId="266"/>
        </pc:sldMkLst>
        <pc:spChg chg="mod">
          <ac:chgData name="Kylie Afable" userId="ddacc756-344a-4f82-a099-06c374999204" providerId="ADAL" clId="{76BE9B13-4954-44CE-8385-DDB7860BD176}" dt="2025-03-31T04:28:53.733" v="514" actId="20577"/>
          <ac:spMkLst>
            <pc:docMk/>
            <pc:sldMk cId="132504903" sldId="266"/>
            <ac:spMk id="2" creationId="{F4B3FCE7-C2FD-C943-C120-D47B5F2D41DE}"/>
          </ac:spMkLst>
        </pc:spChg>
        <pc:spChg chg="mod">
          <ac:chgData name="Kylie Afable" userId="ddacc756-344a-4f82-a099-06c374999204" providerId="ADAL" clId="{76BE9B13-4954-44CE-8385-DDB7860BD176}" dt="2025-03-31T04:11:07.150" v="148"/>
          <ac:spMkLst>
            <pc:docMk/>
            <pc:sldMk cId="132504903" sldId="266"/>
            <ac:spMk id="3" creationId="{B33BA710-C055-235C-3EFD-1049C1E70CF3}"/>
          </ac:spMkLst>
        </pc:spChg>
        <pc:spChg chg="add del">
          <ac:chgData name="Kylie Afable" userId="ddacc756-344a-4f82-a099-06c374999204" providerId="ADAL" clId="{76BE9B13-4954-44CE-8385-DDB7860BD176}" dt="2025-03-31T04:10:36.994" v="141"/>
          <ac:spMkLst>
            <pc:docMk/>
            <pc:sldMk cId="132504903" sldId="266"/>
            <ac:spMk id="8" creationId="{B61375F2-60B1-44ED-B60A-019C4BD5A62A}"/>
          </ac:spMkLst>
        </pc:spChg>
        <pc:grpChg chg="add del">
          <ac:chgData name="Kylie Afable" userId="ddacc756-344a-4f82-a099-06c374999204" providerId="ADAL" clId="{76BE9B13-4954-44CE-8385-DDB7860BD176}" dt="2025-03-31T04:10:36.994" v="141"/>
          <ac:grpSpMkLst>
            <pc:docMk/>
            <pc:sldMk cId="132504903" sldId="266"/>
            <ac:grpSpMk id="10" creationId="{4ADB9295-9645-4BF2-ADFD-75800B7FAD06}"/>
          </ac:grpSpMkLst>
        </pc:grpChg>
        <pc:grpChg chg="add del">
          <ac:chgData name="Kylie Afable" userId="ddacc756-344a-4f82-a099-06c374999204" providerId="ADAL" clId="{76BE9B13-4954-44CE-8385-DDB7860BD176}" dt="2025-03-31T04:10:36.994" v="141"/>
          <ac:grpSpMkLst>
            <pc:docMk/>
            <pc:sldMk cId="132504903" sldId="266"/>
            <ac:grpSpMk id="39" creationId="{B485B3F6-654D-4842-A2DE-677D12FED460}"/>
          </ac:grpSpMkLst>
        </pc:grpChg>
      </pc:sldChg>
      <pc:sldChg chg="modSp new mod">
        <pc:chgData name="Kylie Afable" userId="ddacc756-344a-4f82-a099-06c374999204" providerId="ADAL" clId="{76BE9B13-4954-44CE-8385-DDB7860BD176}" dt="2025-03-31T04:31:31.552" v="524" actId="20577"/>
        <pc:sldMkLst>
          <pc:docMk/>
          <pc:sldMk cId="1996559424" sldId="267"/>
        </pc:sldMkLst>
        <pc:spChg chg="mod">
          <ac:chgData name="Kylie Afable" userId="ddacc756-344a-4f82-a099-06c374999204" providerId="ADAL" clId="{76BE9B13-4954-44CE-8385-DDB7860BD176}" dt="2025-03-31T04:31:31.552" v="524" actId="20577"/>
          <ac:spMkLst>
            <pc:docMk/>
            <pc:sldMk cId="1996559424" sldId="267"/>
            <ac:spMk id="2" creationId="{69F2E5E3-C2F0-F8C6-AE8E-165BDB409945}"/>
          </ac:spMkLst>
        </pc:spChg>
        <pc:spChg chg="mod">
          <ac:chgData name="Kylie Afable" userId="ddacc756-344a-4f82-a099-06c374999204" providerId="ADAL" clId="{76BE9B13-4954-44CE-8385-DDB7860BD176}" dt="2025-03-31T04:11:07.150" v="148"/>
          <ac:spMkLst>
            <pc:docMk/>
            <pc:sldMk cId="1996559424" sldId="267"/>
            <ac:spMk id="3" creationId="{D1E8B8C7-A810-B352-D981-9691E3BBCDAB}"/>
          </ac:spMkLst>
        </pc:spChg>
      </pc:sldChg>
    </pc:docChg>
  </pc:docChgLst>
  <pc:docChgLst>
    <pc:chgData name="Nathan Quai Hoi" userId="7f6a9d7e-9f9d-48c5-9ed4-7cb551ec731d" providerId="ADAL" clId="{5B733FFD-7503-43D4-AFCC-F2A13FAC2705}"/>
    <pc:docChg chg="modSld">
      <pc:chgData name="Nathan Quai Hoi" userId="7f6a9d7e-9f9d-48c5-9ed4-7cb551ec731d" providerId="ADAL" clId="{5B733FFD-7503-43D4-AFCC-F2A13FAC2705}" dt="2025-04-02T07:31:49.627" v="3" actId="20577"/>
      <pc:docMkLst>
        <pc:docMk/>
      </pc:docMkLst>
      <pc:sldChg chg="modSp mod">
        <pc:chgData name="Nathan Quai Hoi" userId="7f6a9d7e-9f9d-48c5-9ed4-7cb551ec731d" providerId="ADAL" clId="{5B733FFD-7503-43D4-AFCC-F2A13FAC2705}" dt="2025-04-02T07:21:49.372" v="0" actId="20577"/>
        <pc:sldMkLst>
          <pc:docMk/>
          <pc:sldMk cId="2028713515" sldId="257"/>
        </pc:sldMkLst>
        <pc:spChg chg="mod">
          <ac:chgData name="Nathan Quai Hoi" userId="7f6a9d7e-9f9d-48c5-9ed4-7cb551ec731d" providerId="ADAL" clId="{5B733FFD-7503-43D4-AFCC-F2A13FAC2705}" dt="2025-04-02T07:21:49.372" v="0" actId="20577"/>
          <ac:spMkLst>
            <pc:docMk/>
            <pc:sldMk cId="2028713515" sldId="257"/>
            <ac:spMk id="3" creationId="{5F3B77BC-19D1-27CB-9630-CC5EE5A4C382}"/>
          </ac:spMkLst>
        </pc:spChg>
      </pc:sldChg>
      <pc:sldChg chg="modSp mod">
        <pc:chgData name="Nathan Quai Hoi" userId="7f6a9d7e-9f9d-48c5-9ed4-7cb551ec731d" providerId="ADAL" clId="{5B733FFD-7503-43D4-AFCC-F2A13FAC2705}" dt="2025-04-02T07:31:49.627" v="3" actId="20577"/>
        <pc:sldMkLst>
          <pc:docMk/>
          <pc:sldMk cId="3550247993" sldId="259"/>
        </pc:sldMkLst>
        <pc:spChg chg="mod">
          <ac:chgData name="Nathan Quai Hoi" userId="7f6a9d7e-9f9d-48c5-9ed4-7cb551ec731d" providerId="ADAL" clId="{5B733FFD-7503-43D4-AFCC-F2A13FAC2705}" dt="2025-04-02T07:31:49.627" v="3" actId="20577"/>
          <ac:spMkLst>
            <pc:docMk/>
            <pc:sldMk cId="3550247993" sldId="259"/>
            <ac:spMk id="3" creationId="{7B9CD419-57B3-8910-F052-479BCFDD3C18}"/>
          </ac:spMkLst>
        </pc:spChg>
      </pc:sldChg>
    </pc:docChg>
  </pc:docChgLst>
  <pc:docChgLst>
    <pc:chgData name="Charmi Patel" userId="S::fhv9735@autuni.ac.nz::580716cd-6efc-4414-809d-9b046d980771" providerId="AD" clId="Web-{907CB1F7-F43B-A126-E16A-A63A81F62E52}"/>
    <pc:docChg chg="delSld">
      <pc:chgData name="Charmi Patel" userId="S::fhv9735@autuni.ac.nz::580716cd-6efc-4414-809d-9b046d980771" providerId="AD" clId="Web-{907CB1F7-F43B-A126-E16A-A63A81F62E52}" dt="2025-04-02T06:55:46.290" v="0"/>
      <pc:docMkLst>
        <pc:docMk/>
      </pc:docMkLst>
      <pc:sldChg chg="del">
        <pc:chgData name="Charmi Patel" userId="S::fhv9735@autuni.ac.nz::580716cd-6efc-4414-809d-9b046d980771" providerId="AD" clId="Web-{907CB1F7-F43B-A126-E16A-A63A81F62E52}" dt="2025-04-02T06:55:46.290" v="0"/>
        <pc:sldMkLst>
          <pc:docMk/>
          <pc:sldMk cId="1172909354" sldId="258"/>
        </pc:sldMkLst>
      </pc:sldChg>
    </pc:docChg>
  </pc:docChgLst>
  <pc:docChgLst>
    <pc:chgData name="Win Phyo" userId="5778c2b5-85a0-4e7e-8d5b-07d92181d479" providerId="ADAL" clId="{D22408A7-21C2-40C7-884F-CCACF5F2EE8C}"/>
    <pc:docChg chg="modSld sldOrd">
      <pc:chgData name="Win Phyo" userId="5778c2b5-85a0-4e7e-8d5b-07d92181d479" providerId="ADAL" clId="{D22408A7-21C2-40C7-884F-CCACF5F2EE8C}" dt="2025-04-02T00:11:53.755" v="6" actId="20577"/>
      <pc:docMkLst>
        <pc:docMk/>
      </pc:docMkLst>
      <pc:sldChg chg="modSp mod">
        <pc:chgData name="Win Phyo" userId="5778c2b5-85a0-4e7e-8d5b-07d92181d479" providerId="ADAL" clId="{D22408A7-21C2-40C7-884F-CCACF5F2EE8C}" dt="2025-04-02T00:11:53.755" v="6" actId="20577"/>
        <pc:sldMkLst>
          <pc:docMk/>
          <pc:sldMk cId="2580490598" sldId="260"/>
        </pc:sldMkLst>
        <pc:spChg chg="mod">
          <ac:chgData name="Win Phyo" userId="5778c2b5-85a0-4e7e-8d5b-07d92181d479" providerId="ADAL" clId="{D22408A7-21C2-40C7-884F-CCACF5F2EE8C}" dt="2025-04-02T00:11:53.755" v="6" actId="20577"/>
          <ac:spMkLst>
            <pc:docMk/>
            <pc:sldMk cId="2580490598" sldId="260"/>
            <ac:spMk id="2" creationId="{F128D52A-FA23-B66B-1E48-82F01B417522}"/>
          </ac:spMkLst>
        </pc:spChg>
      </pc:sldChg>
      <pc:sldChg chg="ord">
        <pc:chgData name="Win Phyo" userId="5778c2b5-85a0-4e7e-8d5b-07d92181d479" providerId="ADAL" clId="{D22408A7-21C2-40C7-884F-CCACF5F2EE8C}" dt="2025-03-31T04:29:38.313" v="1"/>
        <pc:sldMkLst>
          <pc:docMk/>
          <pc:sldMk cId="215071416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B6E925-58DC-4730-9C91-C676BC645102}" type="datetimeFigureOut">
              <a:rPr lang="en-AU" smtClean="0"/>
              <a:t>2/04/2025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2373F6-F2DD-4546-B469-66EE7630686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7966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2373F6-F2DD-4546-B469-66EE76306866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8492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Aptos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2373F6-F2DD-4546-B469-66EE76306866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7268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E73D105E-91AF-494C-8695-77D8E33C5B88}" type="datetimeFigureOut">
              <a:rPr lang="en-NZ" smtClean="0"/>
              <a:t>2/04/2025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0688718D-3166-4E82-A707-EBB64666225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885828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D105E-91AF-494C-8695-77D8E33C5B88}" type="datetimeFigureOut">
              <a:rPr lang="en-NZ" smtClean="0"/>
              <a:t>2/04/2025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8718D-3166-4E82-A707-EBB64666225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270561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D105E-91AF-494C-8695-77D8E33C5B88}" type="datetimeFigureOut">
              <a:rPr lang="en-NZ" smtClean="0"/>
              <a:t>2/04/2025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8718D-3166-4E82-A707-EBB64666225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228428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D105E-91AF-494C-8695-77D8E33C5B88}" type="datetimeFigureOut">
              <a:rPr lang="en-NZ" smtClean="0"/>
              <a:t>2/04/2025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8718D-3166-4E82-A707-EBB64666225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64737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D105E-91AF-494C-8695-77D8E33C5B88}" type="datetimeFigureOut">
              <a:rPr lang="en-NZ" smtClean="0"/>
              <a:t>2/04/2025</a:t>
            </a:fld>
            <a:endParaRPr lang="en-N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8718D-3166-4E82-A707-EBB64666225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41151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D105E-91AF-494C-8695-77D8E33C5B88}" type="datetimeFigureOut">
              <a:rPr lang="en-NZ" smtClean="0"/>
              <a:t>2/04/2025</a:t>
            </a:fld>
            <a:endParaRPr lang="en-N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8718D-3166-4E82-A707-EBB64666225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67273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D105E-91AF-494C-8695-77D8E33C5B88}" type="datetimeFigureOut">
              <a:rPr lang="en-NZ" smtClean="0"/>
              <a:t>2/04/2025</a:t>
            </a:fld>
            <a:endParaRPr lang="en-N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8718D-3166-4E82-A707-EBB64666225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24214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D105E-91AF-494C-8695-77D8E33C5B88}" type="datetimeFigureOut">
              <a:rPr lang="en-NZ" smtClean="0"/>
              <a:t>2/04/2025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8718D-3166-4E82-A707-EBB64666225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14353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D105E-91AF-494C-8695-77D8E33C5B88}" type="datetimeFigureOut">
              <a:rPr lang="en-NZ" smtClean="0"/>
              <a:t>2/04/2025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8718D-3166-4E82-A707-EBB64666225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44032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D105E-91AF-494C-8695-77D8E33C5B88}" type="datetimeFigureOut">
              <a:rPr lang="en-NZ" smtClean="0"/>
              <a:t>2/04/2025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8718D-3166-4E82-A707-EBB64666225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866850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D105E-91AF-494C-8695-77D8E33C5B88}" type="datetimeFigureOut">
              <a:rPr lang="en-NZ" smtClean="0"/>
              <a:t>2/04/2025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8718D-3166-4E82-A707-EBB64666225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894034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D105E-91AF-494C-8695-77D8E33C5B88}" type="datetimeFigureOut">
              <a:rPr lang="en-NZ" smtClean="0"/>
              <a:t>2/04/2025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8718D-3166-4E82-A707-EBB64666225A}" type="slidenum">
              <a:rPr lang="en-NZ" smtClean="0"/>
              <a:t>‹#›</a:t>
            </a:fld>
            <a:endParaRPr lang="en-NZ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11321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D105E-91AF-494C-8695-77D8E33C5B88}" type="datetimeFigureOut">
              <a:rPr lang="en-NZ" smtClean="0"/>
              <a:t>2/04/2025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8718D-3166-4E82-A707-EBB64666225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370937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D105E-91AF-494C-8695-77D8E33C5B88}" type="datetimeFigureOut">
              <a:rPr lang="en-NZ" smtClean="0"/>
              <a:t>2/04/2025</a:t>
            </a:fld>
            <a:endParaRPr lang="en-N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8718D-3166-4E82-A707-EBB64666225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2638986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D105E-91AF-494C-8695-77D8E33C5B88}" type="datetimeFigureOut">
              <a:rPr lang="en-NZ" smtClean="0"/>
              <a:t>2/04/2025</a:t>
            </a:fld>
            <a:endParaRPr lang="en-N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8718D-3166-4E82-A707-EBB64666225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1413962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D105E-91AF-494C-8695-77D8E33C5B88}" type="datetimeFigureOut">
              <a:rPr lang="en-NZ" smtClean="0"/>
              <a:t>2/04/2025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8718D-3166-4E82-A707-EBB64666225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3139923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D105E-91AF-494C-8695-77D8E33C5B88}" type="datetimeFigureOut">
              <a:rPr lang="en-NZ" smtClean="0"/>
              <a:t>2/04/2025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8718D-3166-4E82-A707-EBB64666225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754443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D105E-91AF-494C-8695-77D8E33C5B88}" type="datetimeFigureOut">
              <a:rPr lang="en-NZ" smtClean="0"/>
              <a:t>2/04/2025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8718D-3166-4E82-A707-EBB64666225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8690420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6" r:id="rId1"/>
    <p:sldLayoutId id="2147483877" r:id="rId2"/>
    <p:sldLayoutId id="2147483878" r:id="rId3"/>
    <p:sldLayoutId id="2147483879" r:id="rId4"/>
    <p:sldLayoutId id="2147483880" r:id="rId5"/>
    <p:sldLayoutId id="2147483881" r:id="rId6"/>
    <p:sldLayoutId id="2147483882" r:id="rId7"/>
    <p:sldLayoutId id="2147483883" r:id="rId8"/>
    <p:sldLayoutId id="2147483884" r:id="rId9"/>
    <p:sldLayoutId id="2147483885" r:id="rId10"/>
    <p:sldLayoutId id="2147483886" r:id="rId11"/>
    <p:sldLayoutId id="2147483887" r:id="rId12"/>
    <p:sldLayoutId id="2147483888" r:id="rId13"/>
    <p:sldLayoutId id="2147483889" r:id="rId14"/>
    <p:sldLayoutId id="2147483890" r:id="rId15"/>
    <p:sldLayoutId id="2147483891" r:id="rId16"/>
    <p:sldLayoutId id="2147483892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9BE10567-6165-46A7-867D-4690A16B4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06" name="Rectangle 105">
              <a:extLst>
                <a:ext uri="{FF2B5EF4-FFF2-40B4-BE49-F238E27FC236}">
                  <a16:creationId xmlns:a16="http://schemas.microsoft.com/office/drawing/2014/main" id="{0F4DB1F4-429C-4C85-85D7-C4D81996D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6" name="Picture 2">
              <a:extLst>
                <a:ext uri="{FF2B5EF4-FFF2-40B4-BE49-F238E27FC236}">
                  <a16:creationId xmlns:a16="http://schemas.microsoft.com/office/drawing/2014/main" id="{159C0DA6-71D9-4C96-A774-7FADF5E0A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:p14="http://schemas.microsoft.com/office/powerpoint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7" name="Round Diagonal Corner Rectangle 7">
            <a:extLst>
              <a:ext uri="{FF2B5EF4-FFF2-40B4-BE49-F238E27FC236}">
                <a16:creationId xmlns:a16="http://schemas.microsoft.com/office/drawing/2014/main" id="{4B24F6DB-F114-44A7-BB56-D401884E4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82333" y="2235200"/>
            <a:ext cx="7027334" cy="2396067"/>
          </a:xfrm>
          <a:prstGeom prst="round2DiagRect">
            <a:avLst>
              <a:gd name="adj1" fmla="val 9246"/>
              <a:gd name="adj2" fmla="val 0"/>
            </a:avLst>
          </a:prstGeom>
          <a:solidFill>
            <a:srgbClr val="000000">
              <a:alpha val="80000"/>
            </a:srgbClr>
          </a:solidFill>
          <a:ln w="19050" cap="sq">
            <a:solidFill>
              <a:schemeClr val="tx2"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4DB50ECD-225E-4F81-AF7B-706DD05F3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900097"/>
            <a:ext cx="10982062" cy="1211524"/>
            <a:chOff x="605895" y="2900097"/>
            <a:chExt cx="10982062" cy="1211524"/>
          </a:xfrm>
          <a:effectLst/>
        </p:grpSpPr>
        <p:sp>
          <p:nvSpPr>
            <p:cNvPr id="129" name="Freeform 32">
              <a:extLst>
                <a:ext uri="{FF2B5EF4-FFF2-40B4-BE49-F238E27FC236}">
                  <a16:creationId xmlns:a16="http://schemas.microsoft.com/office/drawing/2014/main" id="{CBC3B006-1357-4969-BC3D-CDD91E492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9653587" y="33797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130" name="Freeform 33">
              <a:extLst>
                <a:ext uri="{FF2B5EF4-FFF2-40B4-BE49-F238E27FC236}">
                  <a16:creationId xmlns:a16="http://schemas.microsoft.com/office/drawing/2014/main" id="{0D6E4F1D-B331-41B5-90EF-2236C1EE1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078244" y="33107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131" name="Freeform 34">
              <a:extLst>
                <a:ext uri="{FF2B5EF4-FFF2-40B4-BE49-F238E27FC236}">
                  <a16:creationId xmlns:a16="http://schemas.microsoft.com/office/drawing/2014/main" id="{54A60014-21DF-44E5-9137-433571885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1146631" y="35742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132" name="Freeform 37">
              <a:extLst>
                <a:ext uri="{FF2B5EF4-FFF2-40B4-BE49-F238E27FC236}">
                  <a16:creationId xmlns:a16="http://schemas.microsoft.com/office/drawing/2014/main" id="{40B768C0-B003-45F4-9A06-EA3509A90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230644" y="30345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133" name="Freeform 35">
              <a:extLst>
                <a:ext uri="{FF2B5EF4-FFF2-40B4-BE49-F238E27FC236}">
                  <a16:creationId xmlns:a16="http://schemas.microsoft.com/office/drawing/2014/main" id="{5E479182-2054-4AD9-823D-81CFAD7F2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034587" y="25627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134" name="Freeform 36">
              <a:extLst>
                <a:ext uri="{FF2B5EF4-FFF2-40B4-BE49-F238E27FC236}">
                  <a16:creationId xmlns:a16="http://schemas.microsoft.com/office/drawing/2014/main" id="{A7D912CF-756A-41F1-8BF1-5BA7D1BD0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747375" y="32326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135" name="Freeform 38">
              <a:extLst>
                <a:ext uri="{FF2B5EF4-FFF2-40B4-BE49-F238E27FC236}">
                  <a16:creationId xmlns:a16="http://schemas.microsoft.com/office/drawing/2014/main" id="{734B6F35-2160-44B1-AB00-F628C84B1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99044" y="30953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136" name="Freeform 39">
              <a:extLst>
                <a:ext uri="{FF2B5EF4-FFF2-40B4-BE49-F238E27FC236}">
                  <a16:creationId xmlns:a16="http://schemas.microsoft.com/office/drawing/2014/main" id="{D8657E76-4F63-44FE-86C5-54CA174FC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353675" y="21531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137" name="Freeform 40">
              <a:extLst>
                <a:ext uri="{FF2B5EF4-FFF2-40B4-BE49-F238E27FC236}">
                  <a16:creationId xmlns:a16="http://schemas.microsoft.com/office/drawing/2014/main" id="{482CEB8C-90E5-4152-8B52-A2881B98A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848850" y="33088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138" name="Rectangle 41">
              <a:extLst>
                <a:ext uri="{FF2B5EF4-FFF2-40B4-BE49-F238E27FC236}">
                  <a16:creationId xmlns:a16="http://schemas.microsoft.com/office/drawing/2014/main" id="{85010FC2-BC4C-4692-876D-7FE363BF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721056" y="32842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139" name="Freeform 32">
              <a:extLst>
                <a:ext uri="{FF2B5EF4-FFF2-40B4-BE49-F238E27FC236}">
                  <a16:creationId xmlns:a16="http://schemas.microsoft.com/office/drawing/2014/main" id="{714C1223-2B78-4715-9ACB-079A60D16D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2122751" y="35321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140" name="Freeform 33">
              <a:extLst>
                <a:ext uri="{FF2B5EF4-FFF2-40B4-BE49-F238E27FC236}">
                  <a16:creationId xmlns:a16="http://schemas.microsoft.com/office/drawing/2014/main" id="{1D9109D3-C92A-410B-9B43-5F02B2D84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958445" y="34631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141" name="Freeform 34">
              <a:extLst>
                <a:ext uri="{FF2B5EF4-FFF2-40B4-BE49-F238E27FC236}">
                  <a16:creationId xmlns:a16="http://schemas.microsoft.com/office/drawing/2014/main" id="{EF5B327A-A1AE-42F3-815E-84F4AA294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858308" y="37266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142" name="Freeform 37">
              <a:extLst>
                <a:ext uri="{FF2B5EF4-FFF2-40B4-BE49-F238E27FC236}">
                  <a16:creationId xmlns:a16="http://schemas.microsoft.com/office/drawing/2014/main" id="{77738BDE-751F-4D4C-B4C4-C9DF3EA29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658407" y="31869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143" name="Freeform 35">
              <a:extLst>
                <a:ext uri="{FF2B5EF4-FFF2-40B4-BE49-F238E27FC236}">
                  <a16:creationId xmlns:a16="http://schemas.microsoft.com/office/drawing/2014/main" id="{9C8C4AD6-72BF-490C-963C-97C7FD7E7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860814" y="27151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144" name="Freeform 36">
              <a:extLst>
                <a:ext uri="{FF2B5EF4-FFF2-40B4-BE49-F238E27FC236}">
                  <a16:creationId xmlns:a16="http://schemas.microsoft.com/office/drawing/2014/main" id="{94990E31-5AA8-4502-A963-CE1B539DA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289314" y="33850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145" name="Freeform 38">
              <a:extLst>
                <a:ext uri="{FF2B5EF4-FFF2-40B4-BE49-F238E27FC236}">
                  <a16:creationId xmlns:a16="http://schemas.microsoft.com/office/drawing/2014/main" id="{9E703E9D-ED76-449C-A8C0-7A1E24B8B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605895" y="32477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146" name="Freeform 39">
              <a:extLst>
                <a:ext uri="{FF2B5EF4-FFF2-40B4-BE49-F238E27FC236}">
                  <a16:creationId xmlns:a16="http://schemas.microsoft.com/office/drawing/2014/main" id="{C70A75E8-C815-4CCF-ABEE-83F19BFE0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532202" y="23055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147" name="Freeform 40">
              <a:extLst>
                <a:ext uri="{FF2B5EF4-FFF2-40B4-BE49-F238E27FC236}">
                  <a16:creationId xmlns:a16="http://schemas.microsoft.com/office/drawing/2014/main" id="{E15638E1-6A92-4D31-A034-853A65A75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154501" y="34612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  <p:sp>
          <p:nvSpPr>
            <p:cNvPr id="148" name="Rectangle 41">
              <a:extLst>
                <a:ext uri="{FF2B5EF4-FFF2-40B4-BE49-F238E27FC236}">
                  <a16:creationId xmlns:a16="http://schemas.microsoft.com/office/drawing/2014/main" id="{EA3E8D58-D52B-4300-8A50-5696430D1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448983" y="34366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9A4DA2F-BBD3-9658-9FAE-22EB1B4154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0" y="2488140"/>
            <a:ext cx="6858000" cy="79613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Project Proposal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BE5EAA-25F7-6FFE-DFFC-0F1610D14E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8360" y="3308084"/>
            <a:ext cx="6695280" cy="755650"/>
          </a:xfr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1600">
                <a:solidFill>
                  <a:schemeClr val="bg2"/>
                </a:solidFill>
              </a:rPr>
              <a:t>Network Performance Evaluation</a:t>
            </a:r>
          </a:p>
          <a:p>
            <a:pPr algn="ctr">
              <a:lnSpc>
                <a:spcPct val="110000"/>
              </a:lnSpc>
            </a:pPr>
            <a:r>
              <a:rPr lang="en-US" sz="1600">
                <a:solidFill>
                  <a:schemeClr val="bg2"/>
                </a:solidFill>
              </a:rPr>
              <a:t>of Linux Based Operating Systems in a Physical Environment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CB1634-FC97-8EAF-A3B7-18710DBD71F1}"/>
              </a:ext>
            </a:extLst>
          </p:cNvPr>
          <p:cNvSpPr txBox="1"/>
          <p:nvPr/>
        </p:nvSpPr>
        <p:spPr>
          <a:xfrm>
            <a:off x="2876376" y="4655078"/>
            <a:ext cx="3121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b="1">
                <a:latin typeface="+mj-lt"/>
              </a:rPr>
              <a:t>CLIENT: DR RAYMOND LUTUI </a:t>
            </a:r>
            <a:endParaRPr lang="en-AU" b="1">
              <a:latin typeface="+mj-lt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45037266-BD90-38D2-6E3B-CA1259909F1B}"/>
              </a:ext>
            </a:extLst>
          </p:cNvPr>
          <p:cNvSpPr txBox="1"/>
          <p:nvPr/>
        </p:nvSpPr>
        <p:spPr>
          <a:xfrm>
            <a:off x="6096000" y="4655078"/>
            <a:ext cx="3044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b="1"/>
              <a:t>MENTOR: DANIEL VAIPULU</a:t>
            </a:r>
            <a:endParaRPr lang="en-AU" b="1"/>
          </a:p>
        </p:txBody>
      </p:sp>
    </p:spTree>
    <p:extLst>
      <p:ext uri="{BB962C8B-B14F-4D97-AF65-F5344CB8AC3E}">
        <p14:creationId xmlns:p14="http://schemas.microsoft.com/office/powerpoint/2010/main" val="13121150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5995D-441A-CFD2-F44A-C1F865DE2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Z"/>
              <a:t>Executive summary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B77BC-19D1-27CB-9630-CC5EE5A4C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AU" sz="2200">
                <a:latin typeface="TW Cen MT"/>
              </a:rPr>
              <a:t>The project compares the network performance of three Linux distributions: Ubuntu, Fedora, and Kali Linux.</a:t>
            </a:r>
            <a:br>
              <a:rPr lang="en-AU" sz="2200">
                <a:latin typeface="TW Cen MT"/>
              </a:rPr>
            </a:br>
            <a:r>
              <a:rPr lang="en-AU" sz="2200">
                <a:latin typeface="TW Cen MT"/>
              </a:rPr>
              <a:t>The study will concentrate on IPv4 and IPv6, utilizing both TCP and UDP protocols.</a:t>
            </a:r>
            <a:br>
              <a:rPr lang="en-AU" sz="2200">
                <a:latin typeface="TW Cen MT"/>
              </a:rPr>
            </a:br>
            <a:r>
              <a:rPr lang="en-AU" sz="2200">
                <a:latin typeface="TW Cen MT"/>
              </a:rPr>
              <a:t>Performance indicators include throughput, latency, packet loss, and jitter.</a:t>
            </a:r>
            <a:br>
              <a:rPr lang="en-AU" sz="2200">
                <a:latin typeface="TW Cen MT"/>
              </a:rPr>
            </a:br>
            <a:r>
              <a:rPr lang="en-AU" sz="2200">
                <a:latin typeface="TW Cen MT"/>
              </a:rPr>
              <a:t>Data on critical metrics will be collected using tools such as </a:t>
            </a:r>
            <a:r>
              <a:rPr lang="en-AU" sz="2200" err="1">
                <a:latin typeface="TW Cen MT"/>
              </a:rPr>
              <a:t>iPerf</a:t>
            </a:r>
            <a:r>
              <a:rPr lang="en-AU" sz="2200">
                <a:latin typeface="TW Cen MT"/>
              </a:rPr>
              <a:t> and D-ITG.</a:t>
            </a:r>
            <a:br>
              <a:rPr lang="en-AU" sz="2200">
                <a:latin typeface="TW Cen MT"/>
              </a:rPr>
            </a:br>
            <a:r>
              <a:rPr lang="en-AU" sz="2200">
                <a:latin typeface="TW Cen MT"/>
              </a:rPr>
              <a:t>The project's goal is to provide insights into picking the best Linux distribution for various network settings.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8713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1D107-F27E-0F7A-5126-A1F2785CD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/>
              <a:t>rationale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CD419-57B3-8910-F052-479BCFDD3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AU" sz="2200">
                <a:ea typeface="+mn-lt"/>
                <a:cs typeface="+mn-lt"/>
              </a:rPr>
              <a:t>Purpose: To assess the network performance of IP several Linux-based operating systems, with a focus on Ubuntu, Fedora, and Kali.</a:t>
            </a:r>
            <a:endParaRPr lang="en-AU" sz="2200"/>
          </a:p>
          <a:p>
            <a:r>
              <a:rPr lang="en-AU" sz="2200">
                <a:ea typeface="+mn-lt"/>
                <a:cs typeface="+mn-lt"/>
              </a:rPr>
              <a:t>Importance: As open-source operating systems become more popular in the workplace and among individuals, understanding their network performance is critical for organizations to make educated decisions.</a:t>
            </a:r>
            <a:endParaRPr lang="en-AU"/>
          </a:p>
          <a:p>
            <a:r>
              <a:rPr lang="en-AU" sz="2200">
                <a:ea typeface="+mn-lt"/>
                <a:cs typeface="+mn-lt"/>
              </a:rPr>
              <a:t>Goal: Provide empirical data on how each operating system performs under various network situations, allowing enterprises to optimize their networks.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0247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8D52A-FA23-B66B-1E48-82F01B417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Z"/>
              <a:t>Project objectives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EA6C9-D584-9940-CD4C-37274BB2C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AU" sz="2200">
                <a:latin typeface="TW Cen MT"/>
              </a:rPr>
              <a:t>Evaluate Ubuntu, Fedora, and Kali Linux on IPv4 and IPv6 using both TCP and UDP.</a:t>
            </a:r>
          </a:p>
          <a:p>
            <a:r>
              <a:rPr lang="en-AU" sz="2200">
                <a:latin typeface="TW Cen MT"/>
              </a:rPr>
              <a:t>Tool Integration: Use networking tools such as </a:t>
            </a:r>
            <a:r>
              <a:rPr lang="en-AU" sz="2200" err="1">
                <a:latin typeface="TW Cen MT"/>
              </a:rPr>
              <a:t>iPerf</a:t>
            </a:r>
            <a:r>
              <a:rPr lang="en-AU" sz="2200">
                <a:latin typeface="TW Cen MT"/>
              </a:rPr>
              <a:t> and D-ITG to collect accurate performance data on the four matrices: throughput, latency, packet loss, and jitter</a:t>
            </a:r>
          </a:p>
          <a:p>
            <a:r>
              <a:rPr lang="en-AU" sz="2200">
                <a:latin typeface="TW Cen MT"/>
              </a:rPr>
              <a:t>Automation: Write scripts to automate performance testing and data collection.</a:t>
            </a:r>
          </a:p>
          <a:p>
            <a:r>
              <a:rPr lang="en-AU" sz="2200">
                <a:latin typeface="TW Cen MT"/>
              </a:rPr>
              <a:t>Client Feedback: Regularly show outcomes to the client to ensure that the project meets their expectations.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0490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389E3-BB89-22C8-2ACF-9C6BF5C42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/>
              <a:t>Project scope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FCFA5-C686-A664-C225-57537FBFD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AU"/>
              <a:t>Operating Systems Tested: Ubuntu, Fedora, and Kali Linux.</a:t>
            </a:r>
            <a:br>
              <a:rPr lang="en-AU"/>
            </a:br>
            <a:r>
              <a:rPr lang="en-AU"/>
              <a:t>Network evaluation includes testing of IPv4 and IPv6, as well as TCP and UDP protocols.</a:t>
            </a:r>
          </a:p>
          <a:p>
            <a:r>
              <a:rPr lang="en-AU"/>
              <a:t>Performance Metrics: Consider throughput, latency, and packet loss across different operating systems.</a:t>
            </a:r>
          </a:p>
          <a:p>
            <a:r>
              <a:rPr lang="en-AU"/>
              <a:t>Tools used for performance evaluation include </a:t>
            </a:r>
            <a:r>
              <a:rPr lang="en-AU" err="1"/>
              <a:t>iPerf</a:t>
            </a:r>
            <a:r>
              <a:rPr lang="en-AU"/>
              <a:t> and D-ITG.</a:t>
            </a:r>
          </a:p>
          <a:p>
            <a:r>
              <a:rPr lang="en-AU"/>
              <a:t>Timeline: Evaluation and reporting throughout three main revisions (Ubuntu, Fedora, and Kali).</a:t>
            </a:r>
          </a:p>
        </p:txBody>
      </p:sp>
    </p:spTree>
    <p:extLst>
      <p:ext uri="{BB962C8B-B14F-4D97-AF65-F5344CB8AC3E}">
        <p14:creationId xmlns:p14="http://schemas.microsoft.com/office/powerpoint/2010/main" val="4155465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8C96C-4609-5A29-1BBA-171DDA516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Z"/>
              <a:t>Project management methodology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12F50-E719-E906-B00D-C213C7F42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AU" sz="2000">
                <a:ea typeface="+mn-lt"/>
                <a:cs typeface="+mn-lt"/>
              </a:rPr>
              <a:t>Hybrid Approach: A combination of Waterfall and Agile methods.</a:t>
            </a:r>
            <a:endParaRPr lang="en-AU"/>
          </a:p>
          <a:p>
            <a:r>
              <a:rPr lang="en-AU" sz="2000">
                <a:ea typeface="+mn-lt"/>
                <a:cs typeface="+mn-lt"/>
              </a:rPr>
              <a:t>Phases 1 and 2 (Waterfall) include initial planning, investigation, and analysis.</a:t>
            </a:r>
            <a:endParaRPr lang="en-AU"/>
          </a:p>
          <a:p>
            <a:r>
              <a:rPr lang="en-AU" sz="2000">
                <a:ea typeface="+mn-lt"/>
                <a:cs typeface="+mn-lt"/>
              </a:rPr>
              <a:t>Phases 3 and 4 (Agile) include iterative design, testing, and feedback for each Linux distribution (Ubuntu, Fedora, and Kali).</a:t>
            </a:r>
            <a:endParaRPr lang="en-AU"/>
          </a:p>
          <a:p>
            <a:r>
              <a:rPr lang="en-AU" sz="2000">
                <a:ea typeface="+mn-lt"/>
                <a:cs typeface="+mn-lt"/>
              </a:rPr>
              <a:t>Phase 5 (Waterfall) includes final evaluation, report generation, and presentation.</a:t>
            </a:r>
            <a:endParaRPr lang="en-AU"/>
          </a:p>
          <a:p>
            <a:r>
              <a:rPr lang="en-AU" sz="2000">
                <a:ea typeface="+mn-lt"/>
                <a:cs typeface="+mn-lt"/>
              </a:rPr>
              <a:t>Benefits include combining organized project planning with flexible iterative testing to ensure thorough review and timely adjustments.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9023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D2F1D-0F46-9055-FD69-94BDF9880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/>
              <a:t>Team contract &amp; schedule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C5EBB-1EC3-86AE-0986-5F2B823A2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15586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9999"/>
              </a:lnSpc>
            </a:pPr>
            <a:r>
              <a:rPr lang="en-AU">
                <a:ea typeface="+mn-lt"/>
                <a:cs typeface="+mn-lt"/>
              </a:rPr>
              <a:t>Team Contract: </a:t>
            </a:r>
            <a:br>
              <a:rPr lang="en-AU">
                <a:ea typeface="+mn-lt"/>
                <a:cs typeface="+mn-lt"/>
              </a:rPr>
            </a:br>
            <a:r>
              <a:rPr lang="en-AU">
                <a:ea typeface="+mn-lt"/>
                <a:cs typeface="+mn-lt"/>
              </a:rPr>
              <a:t>Team Schedule:</a:t>
            </a:r>
            <a:endParaRPr lang="en-AU"/>
          </a:p>
          <a:p>
            <a:pPr>
              <a:lnSpc>
                <a:spcPct val="109999"/>
              </a:lnSpc>
            </a:pPr>
            <a:r>
              <a:rPr lang="en-AU">
                <a:latin typeface="Tw Cen MT"/>
              </a:rPr>
              <a:t>Planning Phase: </a:t>
            </a:r>
            <a:endParaRPr lang="en-AU"/>
          </a:p>
          <a:p>
            <a:pPr>
              <a:lnSpc>
                <a:spcPct val="109999"/>
              </a:lnSpc>
            </a:pPr>
            <a:r>
              <a:rPr lang="en-AU">
                <a:latin typeface="Tw Cen MT"/>
              </a:rPr>
              <a:t>Analysis Phase:</a:t>
            </a:r>
            <a:endParaRPr lang="en-AU"/>
          </a:p>
          <a:p>
            <a:pPr>
              <a:lnSpc>
                <a:spcPct val="109999"/>
              </a:lnSpc>
            </a:pPr>
            <a:r>
              <a:rPr lang="en-AU">
                <a:latin typeface="Tw Cen MT"/>
              </a:rPr>
              <a:t>Design Phase: </a:t>
            </a:r>
            <a:endParaRPr lang="en-AU"/>
          </a:p>
          <a:p>
            <a:r>
              <a:rPr lang="en-AU">
                <a:latin typeface="Tw Cen MT"/>
              </a:rPr>
              <a:t>Execution Phase: 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071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F1625-CE67-0C18-A3C5-C42F3A843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Z"/>
              <a:t>Risk register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D0EFF-4E46-9C78-6E2A-B5A756AD3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AU" sz="2200">
                <a:ea typeface="+mn-lt"/>
                <a:cs typeface="+mn-lt"/>
              </a:rPr>
              <a:t>Identified Risks:</a:t>
            </a:r>
            <a:endParaRPr lang="en-AU"/>
          </a:p>
          <a:p>
            <a:r>
              <a:rPr lang="en-AU" sz="2200">
                <a:ea typeface="+mn-lt"/>
                <a:cs typeface="+mn-lt"/>
              </a:rPr>
              <a:t>Long distances between team members: Possible delays due to travel logistics.</a:t>
            </a:r>
            <a:endParaRPr lang="en-AU"/>
          </a:p>
          <a:p>
            <a:r>
              <a:rPr lang="en-AU" sz="2200">
                <a:ea typeface="+mn-lt"/>
                <a:cs typeface="+mn-lt"/>
              </a:rPr>
              <a:t>Unsuitable operating systems: Incorrect OS selection causes incompatibility.</a:t>
            </a:r>
            <a:endParaRPr lang="en-AU"/>
          </a:p>
          <a:p>
            <a:r>
              <a:rPr lang="en-AU" sz="2200">
                <a:ea typeface="+mn-lt"/>
                <a:cs typeface="+mn-lt"/>
              </a:rPr>
              <a:t>Hardware issues: Failures in essential hardware that affect testing.</a:t>
            </a:r>
            <a:endParaRPr lang="en-AU"/>
          </a:p>
          <a:p>
            <a:r>
              <a:rPr lang="en-AU" sz="2200">
                <a:ea typeface="+mn-lt"/>
                <a:cs typeface="+mn-lt"/>
              </a:rPr>
              <a:t>Mitigation strategies include regular backups, early hardware testing, and software compatibility checks.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6481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915AA-9674-2E81-79D0-0705C29E9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/>
              <a:t>Issue register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B8679-FCDA-7DBB-4992-932CFFAB1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AU" sz="2200">
                <a:ea typeface="+mn-lt"/>
                <a:cs typeface="+mn-lt"/>
              </a:rPr>
              <a:t>Issue Log:</a:t>
            </a:r>
            <a:endParaRPr lang="en-AU"/>
          </a:p>
          <a:p>
            <a:r>
              <a:rPr lang="en-AU" sz="2200">
                <a:ea typeface="+mn-lt"/>
                <a:cs typeface="+mn-lt"/>
              </a:rPr>
              <a:t>Delay in meeting with customer and mentor resulted in project delays.</a:t>
            </a:r>
            <a:endParaRPr lang="en-AU"/>
          </a:p>
          <a:p>
            <a:r>
              <a:rPr lang="en-AU" sz="2200">
                <a:ea typeface="+mn-lt"/>
                <a:cs typeface="+mn-lt"/>
              </a:rPr>
              <a:t>D-ITG Compatibility Issues: D-ITG cannot be compiled from source on Fedora.</a:t>
            </a:r>
            <a:endParaRPr lang="en-AU"/>
          </a:p>
          <a:p>
            <a:r>
              <a:rPr lang="en-AU" sz="2200">
                <a:ea typeface="+mn-lt"/>
                <a:cs typeface="+mn-lt"/>
              </a:rPr>
              <a:t>Cancelled meeting due to transportation concerns, affecting team alignment.</a:t>
            </a:r>
            <a:endParaRPr lang="en-AU"/>
          </a:p>
          <a:p>
            <a:r>
              <a:rPr lang="en-AU" sz="2200">
                <a:ea typeface="+mn-lt"/>
                <a:cs typeface="+mn-lt"/>
              </a:rPr>
              <a:t>Current Status: Issues are being actively handled by the team and the customer.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7413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3FCE7-C2FD-C943-C120-D47B5F2D4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Z"/>
              <a:t>Project plan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BA710-C055-235C-3EFD-1049C1E70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AU">
                <a:ea typeface="+mn-lt"/>
                <a:cs typeface="+mn-lt"/>
              </a:rPr>
              <a:t>Project Milestones:</a:t>
            </a:r>
            <a:br>
              <a:rPr lang="en-AU">
                <a:ea typeface="+mn-lt"/>
                <a:cs typeface="+mn-lt"/>
              </a:rPr>
            </a:br>
            <a:r>
              <a:rPr lang="en-AU">
                <a:ea typeface="+mn-lt"/>
                <a:cs typeface="+mn-lt"/>
              </a:rPr>
              <a:t>Milestone 1: Project Proposal (04/04/2025)</a:t>
            </a:r>
            <a:br>
              <a:rPr lang="en-AU">
                <a:ea typeface="+mn-lt"/>
                <a:cs typeface="+mn-lt"/>
              </a:rPr>
            </a:br>
            <a:r>
              <a:rPr lang="en-AU">
                <a:ea typeface="+mn-lt"/>
                <a:cs typeface="+mn-lt"/>
              </a:rPr>
              <a:t>Milestone 2: Mid-Term Review (06/06/2025)</a:t>
            </a:r>
            <a:br>
              <a:rPr lang="en-AU">
                <a:ea typeface="+mn-lt"/>
                <a:cs typeface="+mn-lt"/>
              </a:rPr>
            </a:br>
            <a:r>
              <a:rPr lang="en-AU">
                <a:ea typeface="+mn-lt"/>
                <a:cs typeface="+mn-lt"/>
              </a:rPr>
              <a:t>Milestone 3: Completion of Ubuntu Evaluation -</a:t>
            </a:r>
            <a:br>
              <a:rPr lang="en-AU">
                <a:ea typeface="+mn-lt"/>
                <a:cs typeface="+mn-lt"/>
              </a:rPr>
            </a:br>
            <a:r>
              <a:rPr lang="en-AU">
                <a:ea typeface="+mn-lt"/>
                <a:cs typeface="+mn-lt"/>
              </a:rPr>
              <a:t>Milestone 4: Complete Fedora Evaluation -</a:t>
            </a:r>
            <a:br>
              <a:rPr lang="en-AU">
                <a:ea typeface="+mn-lt"/>
                <a:cs typeface="+mn-lt"/>
              </a:rPr>
            </a:br>
            <a:r>
              <a:rPr lang="en-AU">
                <a:ea typeface="+mn-lt"/>
                <a:cs typeface="+mn-lt"/>
              </a:rPr>
              <a:t>Milestone 5: Kali Evaluation Completion - </a:t>
            </a:r>
            <a:br>
              <a:rPr lang="en-AU">
                <a:ea typeface="+mn-lt"/>
                <a:cs typeface="+mn-lt"/>
              </a:rPr>
            </a:br>
            <a:r>
              <a:rPr lang="en-AU">
                <a:ea typeface="+mn-lt"/>
                <a:cs typeface="+mn-lt"/>
              </a:rPr>
              <a:t>Milestone 6: Final Poster Submission -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504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2E5E3-C2F0-F8C6-AE8E-165BDB409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/>
              <a:t>references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8B8C7-A810-B352-D981-9691E3BBC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65594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Application>Microsoft Office PowerPoint</Application>
  <PresentationFormat>Widescreen</PresentationFormat>
  <Slides>11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Circuit</vt:lpstr>
      <vt:lpstr>Project Proposal</vt:lpstr>
      <vt:lpstr>Executive summary</vt:lpstr>
      <vt:lpstr>rationale</vt:lpstr>
      <vt:lpstr>Project objectives</vt:lpstr>
      <vt:lpstr>Project scope</vt:lpstr>
      <vt:lpstr>Project management methodology</vt:lpstr>
      <vt:lpstr>Team contract &amp; schedule</vt:lpstr>
      <vt:lpstr>Risk register</vt:lpstr>
      <vt:lpstr>Issue register</vt:lpstr>
      <vt:lpstr>Project plan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Robinson</dc:creator>
  <cp:revision>1</cp:revision>
  <dcterms:created xsi:type="dcterms:W3CDTF">2025-03-31T03:04:28Z</dcterms:created>
  <dcterms:modified xsi:type="dcterms:W3CDTF">2025-04-02T07:31:51Z</dcterms:modified>
</cp:coreProperties>
</file>