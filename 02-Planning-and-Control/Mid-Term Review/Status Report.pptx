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74" r:id="rId1"/>
  </p:sldMasterIdLst>
  <p:notesMasterIdLst>
    <p:notesMasterId r:id="rId10"/>
  </p:notesMasterIdLst>
  <p:sldIdLst>
    <p:sldId id="256" r:id="rId2"/>
    <p:sldId id="261" r:id="rId3"/>
    <p:sldId id="301" r:id="rId4"/>
    <p:sldId id="302" r:id="rId5"/>
    <p:sldId id="296" r:id="rId6"/>
    <p:sldId id="297" r:id="rId7"/>
    <p:sldId id="298" r:id="rId8"/>
    <p:sldId id="303" r:id="rId9"/>
  </p:sldIdLst>
  <p:sldSz cx="9144000" cy="5143500" type="screen16x9"/>
  <p:notesSz cx="6858000" cy="9144000"/>
  <p:embeddedFontLst>
    <p:embeddedFont>
      <p:font typeface="Saira"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1E4373-1CF0-4446-9E03-95644A09BF8D}">
  <a:tblStyle styleId="{491E4373-1CF0-4446-9E03-95644A09BF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98C7D31-F047-40E3-B11F-5B2F0FD1656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9" name="Google Shape;140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NZ" sz="1100" kern="100">
              <a:effectLst/>
              <a:latin typeface="Aptos" panose="020B0004020202020204" pitchFamily="34" charset="0"/>
              <a:ea typeface="Yu Gothic" panose="020B0400000000000000" pitchFamily="34" charset="-128"/>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g1e81e8eaf55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4" name="Google Shape;1564;g1e81e8eaf55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NZ" sz="1100" kern="100">
              <a:effectLst/>
              <a:latin typeface="Aptos" panose="020B0004020202020204" pitchFamily="34" charset="0"/>
              <a:ea typeface="Yu Gothic" panose="020B0400000000000000" pitchFamily="34" charset="-128"/>
              <a:cs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4">
          <a:extLst>
            <a:ext uri="{FF2B5EF4-FFF2-40B4-BE49-F238E27FC236}">
              <a16:creationId xmlns:a16="http://schemas.microsoft.com/office/drawing/2014/main" id="{311DDBDE-4626-4541-18BD-DFA1498A8C61}"/>
            </a:ext>
          </a:extLst>
        </p:cNvPr>
        <p:cNvGrpSpPr/>
        <p:nvPr/>
      </p:nvGrpSpPr>
      <p:grpSpPr>
        <a:xfrm>
          <a:off x="0" y="0"/>
          <a:ext cx="0" cy="0"/>
          <a:chOff x="0" y="0"/>
          <a:chExt cx="0" cy="0"/>
        </a:xfrm>
      </p:grpSpPr>
      <p:sp>
        <p:nvSpPr>
          <p:cNvPr id="1505" name="Google Shape;1505;g1e81e8eaf55_0_146:notes">
            <a:extLst>
              <a:ext uri="{FF2B5EF4-FFF2-40B4-BE49-F238E27FC236}">
                <a16:creationId xmlns:a16="http://schemas.microsoft.com/office/drawing/2014/main" id="{AA9BB1CB-C50A-030B-993D-68AA39F3D9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6" name="Google Shape;1506;g1e81e8eaf55_0_146:notes">
            <a:extLst>
              <a:ext uri="{FF2B5EF4-FFF2-40B4-BE49-F238E27FC236}">
                <a16:creationId xmlns:a16="http://schemas.microsoft.com/office/drawing/2014/main" id="{0885FC29-91C7-2EF0-A876-7181BFF73A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NZ"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46194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9FC37E16-84FB-79D2-8E62-A414FB419D2E}"/>
            </a:ext>
          </a:extLst>
        </p:cNvPr>
        <p:cNvGrpSpPr/>
        <p:nvPr/>
      </p:nvGrpSpPr>
      <p:grpSpPr>
        <a:xfrm>
          <a:off x="0" y="0"/>
          <a:ext cx="0" cy="0"/>
          <a:chOff x="0" y="0"/>
          <a:chExt cx="0" cy="0"/>
        </a:xfrm>
      </p:grpSpPr>
      <p:sp>
        <p:nvSpPr>
          <p:cNvPr id="1496" name="Google Shape;1496;g1e81e8eaf55_0_119:notes">
            <a:extLst>
              <a:ext uri="{FF2B5EF4-FFF2-40B4-BE49-F238E27FC236}">
                <a16:creationId xmlns:a16="http://schemas.microsoft.com/office/drawing/2014/main" id="{BA293D80-85B4-E95E-E86F-635762FDC2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1e81e8eaf55_0_119:notes">
            <a:extLst>
              <a:ext uri="{FF2B5EF4-FFF2-40B4-BE49-F238E27FC236}">
                <a16:creationId xmlns:a16="http://schemas.microsoft.com/office/drawing/2014/main" id="{40AC0F68-BCE3-65E1-37F4-7208D04054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15000"/>
              </a:lnSpc>
              <a:spcAft>
                <a:spcPts val="800"/>
              </a:spcAft>
              <a:buNone/>
            </a:pPr>
            <a:endParaRPr lang="en-NZ" sz="1800" kern="100">
              <a:effectLst/>
              <a:latin typeface="Aptos" panose="020B0004020202020204" pitchFamily="34" charset="0"/>
              <a:ea typeface="Yu Gothic" panose="020B0400000000000000" pitchFamily="34" charset="-128"/>
              <a:cs typeface="Times New Roman" panose="02020603050405020304" pitchFamily="18" charset="0"/>
            </a:endParaRPr>
          </a:p>
        </p:txBody>
      </p:sp>
    </p:spTree>
    <p:extLst>
      <p:ext uri="{BB962C8B-B14F-4D97-AF65-F5344CB8AC3E}">
        <p14:creationId xmlns:p14="http://schemas.microsoft.com/office/powerpoint/2010/main" val="2712310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4">
          <a:extLst>
            <a:ext uri="{FF2B5EF4-FFF2-40B4-BE49-F238E27FC236}">
              <a16:creationId xmlns:a16="http://schemas.microsoft.com/office/drawing/2014/main" id="{5C2B1B95-DD09-3514-0F69-714ECD57B09D}"/>
            </a:ext>
          </a:extLst>
        </p:cNvPr>
        <p:cNvGrpSpPr/>
        <p:nvPr/>
      </p:nvGrpSpPr>
      <p:grpSpPr>
        <a:xfrm>
          <a:off x="0" y="0"/>
          <a:ext cx="0" cy="0"/>
          <a:chOff x="0" y="0"/>
          <a:chExt cx="0" cy="0"/>
        </a:xfrm>
      </p:grpSpPr>
      <p:sp>
        <p:nvSpPr>
          <p:cNvPr id="1505" name="Google Shape;1505;g1e81e8eaf55_0_146:notes">
            <a:extLst>
              <a:ext uri="{FF2B5EF4-FFF2-40B4-BE49-F238E27FC236}">
                <a16:creationId xmlns:a16="http://schemas.microsoft.com/office/drawing/2014/main" id="{A824C93D-1559-E3B3-C346-C29FBB8092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6" name="Google Shape;1506;g1e81e8eaf55_0_146:notes">
            <a:extLst>
              <a:ext uri="{FF2B5EF4-FFF2-40B4-BE49-F238E27FC236}">
                <a16:creationId xmlns:a16="http://schemas.microsoft.com/office/drawing/2014/main" id="{4FE8D166-E562-C9EF-5648-D071BC16B6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7113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a:extLst>
            <a:ext uri="{FF2B5EF4-FFF2-40B4-BE49-F238E27FC236}">
              <a16:creationId xmlns:a16="http://schemas.microsoft.com/office/drawing/2014/main" id="{562371A5-499A-7E65-B036-076E9D8A258A}"/>
            </a:ext>
          </a:extLst>
        </p:cNvPr>
        <p:cNvGrpSpPr/>
        <p:nvPr/>
      </p:nvGrpSpPr>
      <p:grpSpPr>
        <a:xfrm>
          <a:off x="0" y="0"/>
          <a:ext cx="0" cy="0"/>
          <a:chOff x="0" y="0"/>
          <a:chExt cx="0" cy="0"/>
        </a:xfrm>
      </p:grpSpPr>
      <p:sp>
        <p:nvSpPr>
          <p:cNvPr id="1530" name="Google Shape;1530;g1e81e8eaf55_0_194:notes">
            <a:extLst>
              <a:ext uri="{FF2B5EF4-FFF2-40B4-BE49-F238E27FC236}">
                <a16:creationId xmlns:a16="http://schemas.microsoft.com/office/drawing/2014/main" id="{0962D8AB-2A0F-48FB-3EBB-CB9514DB53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1" name="Google Shape;1531;g1e81e8eaf55_0_194:notes">
            <a:extLst>
              <a:ext uri="{FF2B5EF4-FFF2-40B4-BE49-F238E27FC236}">
                <a16:creationId xmlns:a16="http://schemas.microsoft.com/office/drawing/2014/main" id="{9F8BDB06-C68F-E4A7-426D-283875B01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7432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NZ" sz="1100">
                <a:solidFill>
                  <a:schemeClr val="tx1"/>
                </a:solidFill>
              </a:rPr>
              <a:t>Currently, our project is ahead of our original schedule, so we have pulled forward our phase start and completion dates in response. </a:t>
            </a:r>
            <a:br>
              <a:rPr lang="en-NZ" sz="1100">
                <a:solidFill>
                  <a:schemeClr val="tx1"/>
                </a:solidFill>
              </a:rPr>
            </a:br>
            <a:br>
              <a:rPr lang="en-NZ" sz="1100">
                <a:solidFill>
                  <a:schemeClr val="tx1"/>
                </a:solidFill>
              </a:rPr>
            </a:br>
            <a:r>
              <a:rPr lang="en-NZ" sz="1100">
                <a:solidFill>
                  <a:schemeClr val="tx1"/>
                </a:solidFill>
              </a:rPr>
              <a:t>The project is now nearing the end of the Test Execution phase for our first operating system, Ubuntu. </a:t>
            </a:r>
            <a:br>
              <a:rPr lang="en-NZ" sz="1100">
                <a:solidFill>
                  <a:schemeClr val="tx1"/>
                </a:solidFill>
              </a:rPr>
            </a:br>
            <a:br>
              <a:rPr lang="en-NZ" sz="1100">
                <a:solidFill>
                  <a:schemeClr val="tx1"/>
                </a:solidFill>
              </a:rPr>
            </a:br>
            <a:r>
              <a:rPr lang="en-NZ" sz="1100">
                <a:solidFill>
                  <a:schemeClr val="tx1"/>
                </a:solidFill>
              </a:rPr>
              <a:t>Barring any unforeseen circumstances, we plan to start the next phase, Test Planning of our second operating system, Fedora, in approximately a week.</a:t>
            </a:r>
            <a:endParaRPr lang="en-US" sz="1100">
              <a:solidFill>
                <a:schemeClr val="tx1"/>
              </a:solidFill>
            </a:endParaRPr>
          </a:p>
          <a:p>
            <a:pPr marL="158750" indent="0">
              <a:buNone/>
            </a:pPr>
            <a:endParaRPr lang="en-NZ"/>
          </a:p>
        </p:txBody>
      </p:sp>
    </p:spTree>
    <p:extLst>
      <p:ext uri="{BB962C8B-B14F-4D97-AF65-F5344CB8AC3E}">
        <p14:creationId xmlns:p14="http://schemas.microsoft.com/office/powerpoint/2010/main" val="573538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0" name="Google Shape;10;p2"/>
          <p:cNvSpPr txBox="1">
            <a:spLocks noGrp="1"/>
          </p:cNvSpPr>
          <p:nvPr>
            <p:ph type="ctrTitle"/>
          </p:nvPr>
        </p:nvSpPr>
        <p:spPr>
          <a:xfrm>
            <a:off x="1568675" y="1027819"/>
            <a:ext cx="6006600" cy="2279400"/>
          </a:xfrm>
          <a:prstGeom prst="rect">
            <a:avLst/>
          </a:prstGeom>
        </p:spPr>
        <p:txBody>
          <a:bodyPr spcFirstLastPara="1" wrap="square" lIns="91425" tIns="91425" rIns="91425" bIns="91425" anchor="b" anchorCtr="0">
            <a:noAutofit/>
          </a:bodyPr>
          <a:lstStyle>
            <a:lvl1pPr lvl="0" algn="ctr" rtl="0">
              <a:lnSpc>
                <a:spcPct val="90000"/>
              </a:lnSpc>
              <a:spcBef>
                <a:spcPts val="0"/>
              </a:spcBef>
              <a:spcAft>
                <a:spcPts val="0"/>
              </a:spcAft>
              <a:buSzPts val="60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962600" y="3706181"/>
            <a:ext cx="5218800" cy="40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4" name="Google Shape;14;p3"/>
          <p:cNvSpPr txBox="1">
            <a:spLocks noGrp="1"/>
          </p:cNvSpPr>
          <p:nvPr>
            <p:ph type="title"/>
          </p:nvPr>
        </p:nvSpPr>
        <p:spPr>
          <a:xfrm>
            <a:off x="1133023" y="2480375"/>
            <a:ext cx="3764400" cy="137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2475223" y="1291225"/>
            <a:ext cx="1080000" cy="1001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a:spLocks noGrp="1"/>
          </p:cNvSpPr>
          <p:nvPr>
            <p:ph type="pic" idx="3"/>
          </p:nvPr>
        </p:nvSpPr>
        <p:spPr>
          <a:xfrm>
            <a:off x="5406576" y="694950"/>
            <a:ext cx="2604300" cy="3753600"/>
          </a:xfrm>
          <a:prstGeom prst="rect">
            <a:avLst/>
          </a:prstGeom>
          <a:noFill/>
          <a:ln w="9525" cap="flat" cmpd="sng">
            <a:solidFill>
              <a:schemeClr val="dk1"/>
            </a:solidFill>
            <a:prstDash val="solid"/>
            <a:round/>
            <a:headEnd type="none" w="sm" len="sm"/>
            <a:tailEnd type="none" w="sm" len="sm"/>
          </a:ln>
        </p:spPr>
      </p:sp>
      <p:grpSp>
        <p:nvGrpSpPr>
          <p:cNvPr id="17" name="Google Shape;17;p3"/>
          <p:cNvGrpSpPr/>
          <p:nvPr/>
        </p:nvGrpSpPr>
        <p:grpSpPr>
          <a:xfrm>
            <a:off x="8161834" y="75534"/>
            <a:ext cx="3751693" cy="1477275"/>
            <a:chOff x="8161834" y="75534"/>
            <a:chExt cx="3751693" cy="1477275"/>
          </a:xfrm>
        </p:grpSpPr>
        <p:grpSp>
          <p:nvGrpSpPr>
            <p:cNvPr id="18" name="Google Shape;18;p3"/>
            <p:cNvGrpSpPr/>
            <p:nvPr/>
          </p:nvGrpSpPr>
          <p:grpSpPr>
            <a:xfrm>
              <a:off x="8371972" y="75540"/>
              <a:ext cx="3541556" cy="1323917"/>
              <a:chOff x="2133050" y="2071900"/>
              <a:chExt cx="2132825" cy="797300"/>
            </a:xfrm>
          </p:grpSpPr>
          <p:sp>
            <p:nvSpPr>
              <p:cNvPr id="19" name="Google Shape;19;p3"/>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161834" y="721209"/>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sp>
          <p:nvSpPr>
            <p:cNvPr id="50" name="Google Shape;50;p3"/>
            <p:cNvSpPr/>
            <p:nvPr/>
          </p:nvSpPr>
          <p:spPr>
            <a:xfrm>
              <a:off x="9036759" y="75534"/>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1"/>
        <p:cNvGrpSpPr/>
        <p:nvPr/>
      </p:nvGrpSpPr>
      <p:grpSpPr>
        <a:xfrm>
          <a:off x="0" y="0"/>
          <a:ext cx="0" cy="0"/>
          <a:chOff x="0" y="0"/>
          <a:chExt cx="0" cy="0"/>
        </a:xfrm>
      </p:grpSpPr>
      <p:pic>
        <p:nvPicPr>
          <p:cNvPr id="52" name="Google Shape;52;p4"/>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53" name="Google Shape;53;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4" name="Google Shape;54;p4"/>
          <p:cNvSpPr txBox="1">
            <a:spLocks noGrp="1"/>
          </p:cNvSpPr>
          <p:nvPr>
            <p:ph type="body" idx="1"/>
          </p:nvPr>
        </p:nvSpPr>
        <p:spPr>
          <a:xfrm>
            <a:off x="720000" y="1152475"/>
            <a:ext cx="7704000" cy="351600"/>
          </a:xfrm>
          <a:prstGeom prst="rect">
            <a:avLst/>
          </a:prstGeom>
        </p:spPr>
        <p:txBody>
          <a:bodyPr spcFirstLastPara="1" wrap="square" lIns="91425" tIns="91425" rIns="91425" bIns="91425" anchor="t" anchorCtr="0">
            <a:noAutofit/>
          </a:bodyPr>
          <a:lstStyle>
            <a:lvl1pPr marL="457200" lvl="0" indent="-317500" algn="ctr" rtl="0">
              <a:lnSpc>
                <a:spcPct val="115000"/>
              </a:lnSpc>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55" name="Google Shape;55;p4"/>
          <p:cNvGrpSpPr/>
          <p:nvPr/>
        </p:nvGrpSpPr>
        <p:grpSpPr>
          <a:xfrm>
            <a:off x="-1684333" y="361707"/>
            <a:ext cx="3423458" cy="1696293"/>
            <a:chOff x="-1684333" y="361707"/>
            <a:chExt cx="3423458" cy="1696293"/>
          </a:xfrm>
        </p:grpSpPr>
        <p:grpSp>
          <p:nvGrpSpPr>
            <p:cNvPr id="56" name="Google Shape;56;p4"/>
            <p:cNvGrpSpPr/>
            <p:nvPr/>
          </p:nvGrpSpPr>
          <p:grpSpPr>
            <a:xfrm>
              <a:off x="-1684333" y="361707"/>
              <a:ext cx="2907181" cy="1177348"/>
              <a:chOff x="2442775" y="3274750"/>
              <a:chExt cx="1690025" cy="684425"/>
            </a:xfrm>
          </p:grpSpPr>
          <p:sp>
            <p:nvSpPr>
              <p:cNvPr id="57" name="Google Shape;57;p4"/>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8" name="Google Shape;78;p4"/>
            <p:cNvPicPr preferRelativeResize="0"/>
            <p:nvPr/>
          </p:nvPicPr>
          <p:blipFill>
            <a:blip r:embed="rId3">
              <a:alphaModFix amt="40000"/>
            </a:blip>
            <a:stretch>
              <a:fillRect/>
            </a:stretch>
          </p:blipFill>
          <p:spPr>
            <a:xfrm>
              <a:off x="-345200" y="880650"/>
              <a:ext cx="1177350" cy="1177350"/>
            </a:xfrm>
            <a:prstGeom prst="rect">
              <a:avLst/>
            </a:prstGeom>
            <a:noFill/>
            <a:ln>
              <a:noFill/>
            </a:ln>
          </p:spPr>
        </p:pic>
        <p:pic>
          <p:nvPicPr>
            <p:cNvPr id="79" name="Google Shape;79;p4"/>
            <p:cNvPicPr preferRelativeResize="0"/>
            <p:nvPr/>
          </p:nvPicPr>
          <p:blipFill>
            <a:blip r:embed="rId3">
              <a:alphaModFix amt="40000"/>
            </a:blip>
            <a:stretch>
              <a:fillRect/>
            </a:stretch>
          </p:blipFill>
          <p:spPr>
            <a:xfrm>
              <a:off x="561775" y="739600"/>
              <a:ext cx="1177350" cy="1177350"/>
            </a:xfrm>
            <a:prstGeom prst="rect">
              <a:avLst/>
            </a:prstGeom>
            <a:noFill/>
            <a:ln>
              <a:noFill/>
            </a:ln>
          </p:spPr>
        </p:pic>
      </p:grpSp>
      <p:grpSp>
        <p:nvGrpSpPr>
          <p:cNvPr id="80" name="Google Shape;80;p4"/>
          <p:cNvGrpSpPr/>
          <p:nvPr/>
        </p:nvGrpSpPr>
        <p:grpSpPr>
          <a:xfrm>
            <a:off x="7378900" y="3638900"/>
            <a:ext cx="3965187" cy="1653150"/>
            <a:chOff x="7378900" y="3638900"/>
            <a:chExt cx="3965187" cy="1653150"/>
          </a:xfrm>
        </p:grpSpPr>
        <p:grpSp>
          <p:nvGrpSpPr>
            <p:cNvPr id="81" name="Google Shape;81;p4"/>
            <p:cNvGrpSpPr/>
            <p:nvPr/>
          </p:nvGrpSpPr>
          <p:grpSpPr>
            <a:xfrm>
              <a:off x="7802532" y="3702559"/>
              <a:ext cx="3541556" cy="1323917"/>
              <a:chOff x="2133050" y="2071900"/>
              <a:chExt cx="2132825" cy="797300"/>
            </a:xfrm>
          </p:grpSpPr>
          <p:sp>
            <p:nvSpPr>
              <p:cNvPr id="82" name="Google Shape;82;p4"/>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2" name="Google Shape;112;p4"/>
            <p:cNvPicPr preferRelativeResize="0"/>
            <p:nvPr/>
          </p:nvPicPr>
          <p:blipFill>
            <a:blip r:embed="rId3">
              <a:alphaModFix amt="40000"/>
            </a:blip>
            <a:stretch>
              <a:fillRect/>
            </a:stretch>
          </p:blipFill>
          <p:spPr>
            <a:xfrm>
              <a:off x="7378900" y="4114700"/>
              <a:ext cx="1177350" cy="1177350"/>
            </a:xfrm>
            <a:prstGeom prst="rect">
              <a:avLst/>
            </a:prstGeom>
            <a:noFill/>
            <a:ln>
              <a:noFill/>
            </a:ln>
          </p:spPr>
        </p:pic>
        <p:pic>
          <p:nvPicPr>
            <p:cNvPr id="113" name="Google Shape;113;p4"/>
            <p:cNvPicPr preferRelativeResize="0"/>
            <p:nvPr/>
          </p:nvPicPr>
          <p:blipFill>
            <a:blip r:embed="rId3">
              <a:alphaModFix amt="40000"/>
            </a:blip>
            <a:stretch>
              <a:fillRect/>
            </a:stretch>
          </p:blipFill>
          <p:spPr>
            <a:xfrm>
              <a:off x="8367650" y="3638900"/>
              <a:ext cx="1177350" cy="117735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4"/>
        <p:cNvGrpSpPr/>
        <p:nvPr/>
      </p:nvGrpSpPr>
      <p:grpSpPr>
        <a:xfrm>
          <a:off x="0" y="0"/>
          <a:ext cx="0" cy="0"/>
          <a:chOff x="0" y="0"/>
          <a:chExt cx="0" cy="0"/>
        </a:xfrm>
      </p:grpSpPr>
      <p:pic>
        <p:nvPicPr>
          <p:cNvPr id="115" name="Google Shape;115;p5"/>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16" name="Google Shape;116;p5"/>
          <p:cNvSpPr txBox="1">
            <a:spLocks noGrp="1"/>
          </p:cNvSpPr>
          <p:nvPr>
            <p:ph type="subTitle" idx="1"/>
          </p:nvPr>
        </p:nvSpPr>
        <p:spPr>
          <a:xfrm>
            <a:off x="1363388" y="2048300"/>
            <a:ext cx="3001500" cy="48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117" name="Google Shape;117;p5"/>
          <p:cNvSpPr txBox="1">
            <a:spLocks noGrp="1"/>
          </p:cNvSpPr>
          <p:nvPr>
            <p:ph type="subTitle" idx="2"/>
          </p:nvPr>
        </p:nvSpPr>
        <p:spPr>
          <a:xfrm>
            <a:off x="4779112" y="2048300"/>
            <a:ext cx="3001500" cy="48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118" name="Google Shape;118;p5"/>
          <p:cNvSpPr txBox="1">
            <a:spLocks noGrp="1"/>
          </p:cNvSpPr>
          <p:nvPr>
            <p:ph type="subTitle" idx="3"/>
          </p:nvPr>
        </p:nvSpPr>
        <p:spPr>
          <a:xfrm>
            <a:off x="1363388" y="2535500"/>
            <a:ext cx="3001500" cy="131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9" name="Google Shape;119;p5"/>
          <p:cNvSpPr txBox="1">
            <a:spLocks noGrp="1"/>
          </p:cNvSpPr>
          <p:nvPr>
            <p:ph type="subTitle" idx="4"/>
          </p:nvPr>
        </p:nvSpPr>
        <p:spPr>
          <a:xfrm>
            <a:off x="4779110" y="2535500"/>
            <a:ext cx="3001500" cy="131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0" name="Google Shape;12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21" name="Google Shape;121;p5"/>
          <p:cNvGrpSpPr/>
          <p:nvPr/>
        </p:nvGrpSpPr>
        <p:grpSpPr>
          <a:xfrm>
            <a:off x="-500554" y="-1910625"/>
            <a:ext cx="1580562" cy="3381325"/>
            <a:chOff x="-500554" y="-1910625"/>
            <a:chExt cx="1580562" cy="3381325"/>
          </a:xfrm>
        </p:grpSpPr>
        <p:grpSp>
          <p:nvGrpSpPr>
            <p:cNvPr id="122" name="Google Shape;122;p5"/>
            <p:cNvGrpSpPr/>
            <p:nvPr/>
          </p:nvGrpSpPr>
          <p:grpSpPr>
            <a:xfrm rot="5400000" flipH="1">
              <a:off x="-1326644" y="-1084534"/>
              <a:ext cx="3232743" cy="1580562"/>
              <a:chOff x="2191675" y="4192425"/>
              <a:chExt cx="1929650" cy="943450"/>
            </a:xfrm>
          </p:grpSpPr>
          <p:sp>
            <p:nvSpPr>
              <p:cNvPr id="123" name="Google Shape;123;p5"/>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5" name="Google Shape;165;p5"/>
            <p:cNvPicPr preferRelativeResize="0"/>
            <p:nvPr/>
          </p:nvPicPr>
          <p:blipFill>
            <a:blip r:embed="rId3">
              <a:alphaModFix amt="40000"/>
            </a:blip>
            <a:stretch>
              <a:fillRect/>
            </a:stretch>
          </p:blipFill>
          <p:spPr>
            <a:xfrm>
              <a:off x="-134525" y="293350"/>
              <a:ext cx="1177350" cy="1177350"/>
            </a:xfrm>
            <a:prstGeom prst="rect">
              <a:avLst/>
            </a:prstGeom>
            <a:noFill/>
            <a:ln>
              <a:noFill/>
            </a:ln>
          </p:spPr>
        </p:pic>
      </p:grpSp>
      <p:grpSp>
        <p:nvGrpSpPr>
          <p:cNvPr id="166" name="Google Shape;166;p5"/>
          <p:cNvGrpSpPr/>
          <p:nvPr/>
        </p:nvGrpSpPr>
        <p:grpSpPr>
          <a:xfrm>
            <a:off x="7678750" y="3705625"/>
            <a:ext cx="2067292" cy="3199279"/>
            <a:chOff x="7678750" y="3705625"/>
            <a:chExt cx="2067292" cy="3199279"/>
          </a:xfrm>
        </p:grpSpPr>
        <p:grpSp>
          <p:nvGrpSpPr>
            <p:cNvPr id="167" name="Google Shape;167;p5"/>
            <p:cNvGrpSpPr/>
            <p:nvPr/>
          </p:nvGrpSpPr>
          <p:grpSpPr>
            <a:xfrm rot="5400000" flipH="1">
              <a:off x="7465663" y="4624525"/>
              <a:ext cx="3063126" cy="1497633"/>
              <a:chOff x="2191675" y="4192425"/>
              <a:chExt cx="1929650" cy="943450"/>
            </a:xfrm>
          </p:grpSpPr>
          <p:sp>
            <p:nvSpPr>
              <p:cNvPr id="168" name="Google Shape;168;p5"/>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5"/>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0" name="Google Shape;210;p5"/>
            <p:cNvPicPr preferRelativeResize="0"/>
            <p:nvPr/>
          </p:nvPicPr>
          <p:blipFill>
            <a:blip r:embed="rId3">
              <a:alphaModFix amt="40000"/>
            </a:blip>
            <a:stretch>
              <a:fillRect/>
            </a:stretch>
          </p:blipFill>
          <p:spPr>
            <a:xfrm>
              <a:off x="7678750" y="4166550"/>
              <a:ext cx="1177350" cy="1177350"/>
            </a:xfrm>
            <a:prstGeom prst="rect">
              <a:avLst/>
            </a:prstGeom>
            <a:noFill/>
            <a:ln>
              <a:noFill/>
            </a:ln>
          </p:spPr>
        </p:pic>
        <p:pic>
          <p:nvPicPr>
            <p:cNvPr id="211" name="Google Shape;211;p5"/>
            <p:cNvPicPr preferRelativeResize="0"/>
            <p:nvPr/>
          </p:nvPicPr>
          <p:blipFill>
            <a:blip r:embed="rId3">
              <a:alphaModFix amt="40000"/>
            </a:blip>
            <a:stretch>
              <a:fillRect/>
            </a:stretch>
          </p:blipFill>
          <p:spPr>
            <a:xfrm>
              <a:off x="8194800" y="3705625"/>
              <a:ext cx="1177350" cy="117735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1"/>
        <p:cNvGrpSpPr/>
        <p:nvPr/>
      </p:nvGrpSpPr>
      <p:grpSpPr>
        <a:xfrm>
          <a:off x="0" y="0"/>
          <a:ext cx="0" cy="0"/>
          <a:chOff x="0" y="0"/>
          <a:chExt cx="0" cy="0"/>
        </a:xfrm>
      </p:grpSpPr>
      <p:pic>
        <p:nvPicPr>
          <p:cNvPr id="312" name="Google Shape;312;p8"/>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313" name="Google Shape;313;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314" name="Google Shape;314;p8"/>
          <p:cNvGrpSpPr/>
          <p:nvPr/>
        </p:nvGrpSpPr>
        <p:grpSpPr>
          <a:xfrm>
            <a:off x="126425" y="3058850"/>
            <a:ext cx="1694475" cy="3126028"/>
            <a:chOff x="126425" y="3058850"/>
            <a:chExt cx="1694475" cy="3126028"/>
          </a:xfrm>
        </p:grpSpPr>
        <p:grpSp>
          <p:nvGrpSpPr>
            <p:cNvPr id="315" name="Google Shape;315;p8"/>
            <p:cNvGrpSpPr/>
            <p:nvPr/>
          </p:nvGrpSpPr>
          <p:grpSpPr>
            <a:xfrm>
              <a:off x="256564" y="3613234"/>
              <a:ext cx="1041216" cy="2571644"/>
              <a:chOff x="4709050" y="974800"/>
              <a:chExt cx="684425" cy="1690425"/>
            </a:xfrm>
          </p:grpSpPr>
          <p:sp>
            <p:nvSpPr>
              <p:cNvPr id="316" name="Google Shape;316;p8"/>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8"/>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37" name="Google Shape;337;p8"/>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338" name="Google Shape;338;p8"/>
            <p:cNvPicPr preferRelativeResize="0"/>
            <p:nvPr/>
          </p:nvPicPr>
          <p:blipFill>
            <a:blip r:embed="rId3">
              <a:alphaModFix amt="40000"/>
            </a:blip>
            <a:stretch>
              <a:fillRect/>
            </a:stretch>
          </p:blipFill>
          <p:spPr>
            <a:xfrm>
              <a:off x="643550" y="3923175"/>
              <a:ext cx="1177350" cy="1177350"/>
            </a:xfrm>
            <a:prstGeom prst="rect">
              <a:avLst/>
            </a:prstGeom>
            <a:noFill/>
            <a:ln>
              <a:noFill/>
            </a:ln>
          </p:spPr>
        </p:pic>
        <p:pic>
          <p:nvPicPr>
            <p:cNvPr id="339" name="Google Shape;339;p8"/>
            <p:cNvPicPr preferRelativeResize="0"/>
            <p:nvPr/>
          </p:nvPicPr>
          <p:blipFill>
            <a:blip r:embed="rId3">
              <a:alphaModFix amt="40000"/>
            </a:blip>
            <a:stretch>
              <a:fillRect/>
            </a:stretch>
          </p:blipFill>
          <p:spPr>
            <a:xfrm>
              <a:off x="126425" y="4310375"/>
              <a:ext cx="1177350" cy="1177350"/>
            </a:xfrm>
            <a:prstGeom prst="rect">
              <a:avLst/>
            </a:prstGeom>
            <a:noFill/>
            <a:ln>
              <a:noFill/>
            </a:ln>
          </p:spPr>
        </p:pic>
      </p:grpSp>
      <p:grpSp>
        <p:nvGrpSpPr>
          <p:cNvPr id="340" name="Google Shape;340;p8"/>
          <p:cNvGrpSpPr/>
          <p:nvPr/>
        </p:nvGrpSpPr>
        <p:grpSpPr>
          <a:xfrm>
            <a:off x="7114525" y="-120600"/>
            <a:ext cx="3487326" cy="2515170"/>
            <a:chOff x="7114525" y="-120600"/>
            <a:chExt cx="3487326" cy="2515170"/>
          </a:xfrm>
        </p:grpSpPr>
        <p:grpSp>
          <p:nvGrpSpPr>
            <p:cNvPr id="341" name="Google Shape;341;p8"/>
            <p:cNvGrpSpPr/>
            <p:nvPr/>
          </p:nvGrpSpPr>
          <p:grpSpPr>
            <a:xfrm>
              <a:off x="7467304" y="268423"/>
              <a:ext cx="3134546" cy="2126147"/>
              <a:chOff x="2280775" y="570800"/>
              <a:chExt cx="1702725" cy="1154950"/>
            </a:xfrm>
          </p:grpSpPr>
          <p:sp>
            <p:nvSpPr>
              <p:cNvPr id="342" name="Google Shape;342;p8"/>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8"/>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8"/>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8"/>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8"/>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8"/>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8"/>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8"/>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8"/>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8"/>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8"/>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8"/>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8"/>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8"/>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8"/>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8"/>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8"/>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8"/>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8"/>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8"/>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8"/>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8"/>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8" name="Google Shape;368;p8"/>
            <p:cNvPicPr preferRelativeResize="0"/>
            <p:nvPr/>
          </p:nvPicPr>
          <p:blipFill>
            <a:blip r:embed="rId3">
              <a:alphaModFix amt="40000"/>
            </a:blip>
            <a:stretch>
              <a:fillRect/>
            </a:stretch>
          </p:blipFill>
          <p:spPr>
            <a:xfrm>
              <a:off x="7114525" y="742825"/>
              <a:ext cx="1177350" cy="1177350"/>
            </a:xfrm>
            <a:prstGeom prst="rect">
              <a:avLst/>
            </a:prstGeom>
            <a:noFill/>
            <a:ln>
              <a:noFill/>
            </a:ln>
          </p:spPr>
        </p:pic>
        <p:pic>
          <p:nvPicPr>
            <p:cNvPr id="369" name="Google Shape;369;p8"/>
            <p:cNvPicPr preferRelativeResize="0"/>
            <p:nvPr/>
          </p:nvPicPr>
          <p:blipFill>
            <a:blip r:embed="rId3">
              <a:alphaModFix amt="40000"/>
            </a:blip>
            <a:stretch>
              <a:fillRect/>
            </a:stretch>
          </p:blipFill>
          <p:spPr>
            <a:xfrm>
              <a:off x="7902550" y="-120600"/>
              <a:ext cx="1177350" cy="1177350"/>
            </a:xfrm>
            <a:prstGeom prst="rect">
              <a:avLst/>
            </a:prstGeom>
            <a:noFill/>
            <a:ln>
              <a:noFill/>
            </a:ln>
          </p:spPr>
        </p:pic>
        <p:pic>
          <p:nvPicPr>
            <p:cNvPr id="370" name="Google Shape;370;p8"/>
            <p:cNvPicPr preferRelativeResize="0"/>
            <p:nvPr/>
          </p:nvPicPr>
          <p:blipFill>
            <a:blip r:embed="rId3">
              <a:alphaModFix amt="40000"/>
            </a:blip>
            <a:stretch>
              <a:fillRect/>
            </a:stretch>
          </p:blipFill>
          <p:spPr>
            <a:xfrm>
              <a:off x="8073525" y="1016825"/>
              <a:ext cx="1177350" cy="11773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1"/>
        <p:cNvGrpSpPr/>
        <p:nvPr/>
      </p:nvGrpSpPr>
      <p:grpSpPr>
        <a:xfrm>
          <a:off x="0" y="0"/>
          <a:ext cx="0" cy="0"/>
          <a:chOff x="0" y="0"/>
          <a:chExt cx="0" cy="0"/>
        </a:xfrm>
      </p:grpSpPr>
      <p:pic>
        <p:nvPicPr>
          <p:cNvPr id="372" name="Google Shape;372;p9"/>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373" name="Google Shape;373;p9"/>
          <p:cNvSpPr txBox="1">
            <a:spLocks noGrp="1"/>
          </p:cNvSpPr>
          <p:nvPr>
            <p:ph type="title"/>
          </p:nvPr>
        </p:nvSpPr>
        <p:spPr>
          <a:xfrm>
            <a:off x="2241450" y="1583838"/>
            <a:ext cx="4661100" cy="98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74" name="Google Shape;374;p9"/>
          <p:cNvSpPr txBox="1">
            <a:spLocks noGrp="1"/>
          </p:cNvSpPr>
          <p:nvPr>
            <p:ph type="subTitle" idx="1"/>
          </p:nvPr>
        </p:nvSpPr>
        <p:spPr>
          <a:xfrm>
            <a:off x="2241450" y="2565163"/>
            <a:ext cx="4661100" cy="99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160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375" name="Google Shape;375;p9"/>
          <p:cNvGrpSpPr/>
          <p:nvPr/>
        </p:nvGrpSpPr>
        <p:grpSpPr>
          <a:xfrm>
            <a:off x="-1684333" y="361707"/>
            <a:ext cx="3490358" cy="1733468"/>
            <a:chOff x="-1684333" y="361707"/>
            <a:chExt cx="3490358" cy="1733468"/>
          </a:xfrm>
        </p:grpSpPr>
        <p:grpSp>
          <p:nvGrpSpPr>
            <p:cNvPr id="376" name="Google Shape;376;p9"/>
            <p:cNvGrpSpPr/>
            <p:nvPr/>
          </p:nvGrpSpPr>
          <p:grpSpPr>
            <a:xfrm>
              <a:off x="-1684333" y="361707"/>
              <a:ext cx="2907181" cy="1177348"/>
              <a:chOff x="2442775" y="3274750"/>
              <a:chExt cx="1690025" cy="684425"/>
            </a:xfrm>
          </p:grpSpPr>
          <p:sp>
            <p:nvSpPr>
              <p:cNvPr id="377" name="Google Shape;377;p9"/>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9"/>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9"/>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9"/>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9"/>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98" name="Google Shape;398;p9"/>
            <p:cNvPicPr preferRelativeResize="0"/>
            <p:nvPr/>
          </p:nvPicPr>
          <p:blipFill>
            <a:blip r:embed="rId3">
              <a:alphaModFix amt="40000"/>
            </a:blip>
            <a:stretch>
              <a:fillRect/>
            </a:stretch>
          </p:blipFill>
          <p:spPr>
            <a:xfrm>
              <a:off x="628675" y="761700"/>
              <a:ext cx="1177350" cy="1177350"/>
            </a:xfrm>
            <a:prstGeom prst="rect">
              <a:avLst/>
            </a:prstGeom>
            <a:noFill/>
            <a:ln>
              <a:noFill/>
            </a:ln>
          </p:spPr>
        </p:pic>
        <p:pic>
          <p:nvPicPr>
            <p:cNvPr id="399" name="Google Shape;399;p9"/>
            <p:cNvPicPr preferRelativeResize="0"/>
            <p:nvPr/>
          </p:nvPicPr>
          <p:blipFill>
            <a:blip r:embed="rId3">
              <a:alphaModFix amt="40000"/>
            </a:blip>
            <a:stretch>
              <a:fillRect/>
            </a:stretch>
          </p:blipFill>
          <p:spPr>
            <a:xfrm>
              <a:off x="-337750" y="917825"/>
              <a:ext cx="1177350" cy="1177350"/>
            </a:xfrm>
            <a:prstGeom prst="rect">
              <a:avLst/>
            </a:prstGeom>
            <a:noFill/>
            <a:ln>
              <a:noFill/>
            </a:ln>
          </p:spPr>
        </p:pic>
      </p:grpSp>
      <p:grpSp>
        <p:nvGrpSpPr>
          <p:cNvPr id="400" name="Google Shape;400;p9"/>
          <p:cNvGrpSpPr/>
          <p:nvPr/>
        </p:nvGrpSpPr>
        <p:grpSpPr>
          <a:xfrm>
            <a:off x="7323150" y="3559675"/>
            <a:ext cx="4020937" cy="1950500"/>
            <a:chOff x="7323150" y="3559675"/>
            <a:chExt cx="4020937" cy="1950500"/>
          </a:xfrm>
        </p:grpSpPr>
        <p:grpSp>
          <p:nvGrpSpPr>
            <p:cNvPr id="401" name="Google Shape;401;p9"/>
            <p:cNvGrpSpPr/>
            <p:nvPr/>
          </p:nvGrpSpPr>
          <p:grpSpPr>
            <a:xfrm>
              <a:off x="7802532" y="3702559"/>
              <a:ext cx="3541556" cy="1323917"/>
              <a:chOff x="2133050" y="2071900"/>
              <a:chExt cx="2132825" cy="797300"/>
            </a:xfrm>
          </p:grpSpPr>
          <p:sp>
            <p:nvSpPr>
              <p:cNvPr id="402" name="Google Shape;402;p9"/>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9"/>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9"/>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9"/>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9"/>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9"/>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9"/>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9"/>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9"/>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9"/>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9"/>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9"/>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9"/>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9"/>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9"/>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9"/>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9"/>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9"/>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9"/>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2" name="Google Shape;432;p9"/>
            <p:cNvPicPr preferRelativeResize="0"/>
            <p:nvPr/>
          </p:nvPicPr>
          <p:blipFill>
            <a:blip r:embed="rId3">
              <a:alphaModFix amt="40000"/>
            </a:blip>
            <a:stretch>
              <a:fillRect/>
            </a:stretch>
          </p:blipFill>
          <p:spPr>
            <a:xfrm>
              <a:off x="7323150" y="4207425"/>
              <a:ext cx="1177350" cy="1177350"/>
            </a:xfrm>
            <a:prstGeom prst="rect">
              <a:avLst/>
            </a:prstGeom>
            <a:noFill/>
            <a:ln>
              <a:noFill/>
            </a:ln>
          </p:spPr>
        </p:pic>
        <p:pic>
          <p:nvPicPr>
            <p:cNvPr id="433" name="Google Shape;433;p9"/>
            <p:cNvPicPr preferRelativeResize="0"/>
            <p:nvPr/>
          </p:nvPicPr>
          <p:blipFill>
            <a:blip r:embed="rId3">
              <a:alphaModFix amt="40000"/>
            </a:blip>
            <a:stretch>
              <a:fillRect/>
            </a:stretch>
          </p:blipFill>
          <p:spPr>
            <a:xfrm>
              <a:off x="8282150" y="3559675"/>
              <a:ext cx="1177350" cy="1177350"/>
            </a:xfrm>
            <a:prstGeom prst="rect">
              <a:avLst/>
            </a:prstGeom>
            <a:noFill/>
            <a:ln>
              <a:noFill/>
            </a:ln>
          </p:spPr>
        </p:pic>
        <p:pic>
          <p:nvPicPr>
            <p:cNvPr id="434" name="Google Shape;434;p9"/>
            <p:cNvPicPr preferRelativeResize="0"/>
            <p:nvPr/>
          </p:nvPicPr>
          <p:blipFill>
            <a:blip r:embed="rId3">
              <a:alphaModFix amt="40000"/>
            </a:blip>
            <a:stretch>
              <a:fillRect/>
            </a:stretch>
          </p:blipFill>
          <p:spPr>
            <a:xfrm>
              <a:off x="8363950" y="4332825"/>
              <a:ext cx="1177350" cy="117735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5"/>
        <p:cNvGrpSpPr/>
        <p:nvPr/>
      </p:nvGrpSpPr>
      <p:grpSpPr>
        <a:xfrm>
          <a:off x="0" y="0"/>
          <a:ext cx="0" cy="0"/>
          <a:chOff x="0" y="0"/>
          <a:chExt cx="0" cy="0"/>
        </a:xfrm>
      </p:grpSpPr>
      <p:pic>
        <p:nvPicPr>
          <p:cNvPr id="436" name="Google Shape;436;p10"/>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437" name="Google Shape;437;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38" name="Google Shape;438;p10"/>
          <p:cNvGrpSpPr/>
          <p:nvPr/>
        </p:nvGrpSpPr>
        <p:grpSpPr>
          <a:xfrm>
            <a:off x="-1642006" y="-243575"/>
            <a:ext cx="3539356" cy="2528970"/>
            <a:chOff x="-1642006" y="-243575"/>
            <a:chExt cx="3539356" cy="2528970"/>
          </a:xfrm>
        </p:grpSpPr>
        <p:grpSp>
          <p:nvGrpSpPr>
            <p:cNvPr id="439" name="Google Shape;439;p10"/>
            <p:cNvGrpSpPr/>
            <p:nvPr/>
          </p:nvGrpSpPr>
          <p:grpSpPr>
            <a:xfrm flipH="1">
              <a:off x="-1642006" y="159248"/>
              <a:ext cx="3134546" cy="2126147"/>
              <a:chOff x="2280775" y="570800"/>
              <a:chExt cx="1702725" cy="1154950"/>
            </a:xfrm>
          </p:grpSpPr>
          <p:sp>
            <p:nvSpPr>
              <p:cNvPr id="440" name="Google Shape;440;p10"/>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0"/>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0"/>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0"/>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0"/>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0"/>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0"/>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0"/>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0"/>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0"/>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0"/>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0"/>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0"/>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0"/>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0"/>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0"/>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0"/>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0"/>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0"/>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0"/>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0"/>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0"/>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0"/>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0"/>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0"/>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0"/>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6" name="Google Shape;466;p10"/>
            <p:cNvPicPr preferRelativeResize="0"/>
            <p:nvPr/>
          </p:nvPicPr>
          <p:blipFill>
            <a:blip r:embed="rId3">
              <a:alphaModFix amt="40000"/>
            </a:blip>
            <a:stretch>
              <a:fillRect/>
            </a:stretch>
          </p:blipFill>
          <p:spPr>
            <a:xfrm>
              <a:off x="-293125" y="888100"/>
              <a:ext cx="1177350" cy="1177350"/>
            </a:xfrm>
            <a:prstGeom prst="rect">
              <a:avLst/>
            </a:prstGeom>
            <a:noFill/>
            <a:ln>
              <a:noFill/>
            </a:ln>
          </p:spPr>
        </p:pic>
        <p:pic>
          <p:nvPicPr>
            <p:cNvPr id="467" name="Google Shape;467;p10"/>
            <p:cNvPicPr preferRelativeResize="0"/>
            <p:nvPr/>
          </p:nvPicPr>
          <p:blipFill>
            <a:blip r:embed="rId3">
              <a:alphaModFix amt="40000"/>
            </a:blip>
            <a:stretch>
              <a:fillRect/>
            </a:stretch>
          </p:blipFill>
          <p:spPr>
            <a:xfrm>
              <a:off x="720000" y="633650"/>
              <a:ext cx="1177350" cy="1177350"/>
            </a:xfrm>
            <a:prstGeom prst="rect">
              <a:avLst/>
            </a:prstGeom>
            <a:noFill/>
            <a:ln>
              <a:noFill/>
            </a:ln>
          </p:spPr>
        </p:pic>
        <p:pic>
          <p:nvPicPr>
            <p:cNvPr id="468" name="Google Shape;468;p10"/>
            <p:cNvPicPr preferRelativeResize="0"/>
            <p:nvPr/>
          </p:nvPicPr>
          <p:blipFill>
            <a:blip r:embed="rId3">
              <a:alphaModFix amt="40000"/>
            </a:blip>
            <a:stretch>
              <a:fillRect/>
            </a:stretch>
          </p:blipFill>
          <p:spPr>
            <a:xfrm>
              <a:off x="0" y="-243575"/>
              <a:ext cx="1177350" cy="1177350"/>
            </a:xfrm>
            <a:prstGeom prst="rect">
              <a:avLst/>
            </a:prstGeom>
            <a:noFill/>
            <a:ln>
              <a:noFill/>
            </a:ln>
          </p:spPr>
        </p:pic>
      </p:grpSp>
      <p:grpSp>
        <p:nvGrpSpPr>
          <p:cNvPr id="469" name="Google Shape;469;p10"/>
          <p:cNvGrpSpPr/>
          <p:nvPr/>
        </p:nvGrpSpPr>
        <p:grpSpPr>
          <a:xfrm>
            <a:off x="7370500" y="2551650"/>
            <a:ext cx="1600406" cy="3176028"/>
            <a:chOff x="7370500" y="2551650"/>
            <a:chExt cx="1600406" cy="3176028"/>
          </a:xfrm>
        </p:grpSpPr>
        <p:grpSp>
          <p:nvGrpSpPr>
            <p:cNvPr id="470" name="Google Shape;470;p10"/>
            <p:cNvGrpSpPr/>
            <p:nvPr/>
          </p:nvGrpSpPr>
          <p:grpSpPr>
            <a:xfrm flipH="1">
              <a:off x="7929690" y="3156034"/>
              <a:ext cx="1041216" cy="2571644"/>
              <a:chOff x="4709050" y="974800"/>
              <a:chExt cx="684425" cy="1690425"/>
            </a:xfrm>
          </p:grpSpPr>
          <p:sp>
            <p:nvSpPr>
              <p:cNvPr id="471" name="Google Shape;471;p10"/>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0"/>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0"/>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0"/>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0"/>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0"/>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0"/>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0"/>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0"/>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0"/>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0"/>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0"/>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0"/>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0"/>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0"/>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0"/>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0"/>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0"/>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0"/>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0"/>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0"/>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92" name="Google Shape;492;p10"/>
            <p:cNvPicPr preferRelativeResize="0"/>
            <p:nvPr/>
          </p:nvPicPr>
          <p:blipFill>
            <a:blip r:embed="rId3">
              <a:alphaModFix amt="40000"/>
            </a:blip>
            <a:stretch>
              <a:fillRect/>
            </a:stretch>
          </p:blipFill>
          <p:spPr>
            <a:xfrm>
              <a:off x="7508525" y="2551650"/>
              <a:ext cx="1177350" cy="1177350"/>
            </a:xfrm>
            <a:prstGeom prst="rect">
              <a:avLst/>
            </a:prstGeom>
            <a:noFill/>
            <a:ln>
              <a:noFill/>
            </a:ln>
          </p:spPr>
        </p:pic>
        <p:pic>
          <p:nvPicPr>
            <p:cNvPr id="493" name="Google Shape;493;p10"/>
            <p:cNvPicPr preferRelativeResize="0"/>
            <p:nvPr/>
          </p:nvPicPr>
          <p:blipFill>
            <a:blip r:embed="rId3">
              <a:alphaModFix amt="40000"/>
            </a:blip>
            <a:stretch>
              <a:fillRect/>
            </a:stretch>
          </p:blipFill>
          <p:spPr>
            <a:xfrm>
              <a:off x="7370500" y="3503225"/>
              <a:ext cx="1177350" cy="117735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5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60"/>
        <p:cNvGrpSpPr/>
        <p:nvPr/>
      </p:nvGrpSpPr>
      <p:grpSpPr>
        <a:xfrm>
          <a:off x="0" y="0"/>
          <a:ext cx="0" cy="0"/>
          <a:chOff x="0" y="0"/>
          <a:chExt cx="0" cy="0"/>
        </a:xfrm>
      </p:grpSpPr>
      <p:pic>
        <p:nvPicPr>
          <p:cNvPr id="561" name="Google Shape;561;p1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562" name="Google Shape;562;p13"/>
          <p:cNvSpPr txBox="1">
            <a:spLocks noGrp="1"/>
          </p:cNvSpPr>
          <p:nvPr>
            <p:ph type="title" hasCustomPrompt="1"/>
          </p:nvPr>
        </p:nvSpPr>
        <p:spPr>
          <a:xfrm>
            <a:off x="1293604" y="16086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3" name="Google Shape;563;p13"/>
          <p:cNvSpPr txBox="1">
            <a:spLocks noGrp="1"/>
          </p:cNvSpPr>
          <p:nvPr>
            <p:ph type="title" idx="2" hasCustomPrompt="1"/>
          </p:nvPr>
        </p:nvSpPr>
        <p:spPr>
          <a:xfrm>
            <a:off x="3883926" y="16086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4" name="Google Shape;564;p13"/>
          <p:cNvSpPr txBox="1">
            <a:spLocks noGrp="1"/>
          </p:cNvSpPr>
          <p:nvPr>
            <p:ph type="title" idx="3" hasCustomPrompt="1"/>
          </p:nvPr>
        </p:nvSpPr>
        <p:spPr>
          <a:xfrm>
            <a:off x="6471600" y="16086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5" name="Google Shape;565;p13"/>
          <p:cNvSpPr txBox="1">
            <a:spLocks noGrp="1"/>
          </p:cNvSpPr>
          <p:nvPr>
            <p:ph type="title" idx="4" hasCustomPrompt="1"/>
          </p:nvPr>
        </p:nvSpPr>
        <p:spPr>
          <a:xfrm>
            <a:off x="1293604" y="31694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6" name="Google Shape;566;p13"/>
          <p:cNvSpPr txBox="1">
            <a:spLocks noGrp="1"/>
          </p:cNvSpPr>
          <p:nvPr>
            <p:ph type="title" idx="5" hasCustomPrompt="1"/>
          </p:nvPr>
        </p:nvSpPr>
        <p:spPr>
          <a:xfrm>
            <a:off x="3883926" y="31694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7" name="Google Shape;567;p13"/>
          <p:cNvSpPr txBox="1">
            <a:spLocks noGrp="1"/>
          </p:cNvSpPr>
          <p:nvPr>
            <p:ph type="title" idx="6" hasCustomPrompt="1"/>
          </p:nvPr>
        </p:nvSpPr>
        <p:spPr>
          <a:xfrm>
            <a:off x="6471600" y="31694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8" name="Google Shape;568;p13"/>
          <p:cNvSpPr txBox="1">
            <a:spLocks noGrp="1"/>
          </p:cNvSpPr>
          <p:nvPr>
            <p:ph type="title" idx="7"/>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69" name="Google Shape;569;p13"/>
          <p:cNvSpPr txBox="1">
            <a:spLocks noGrp="1"/>
          </p:cNvSpPr>
          <p:nvPr>
            <p:ph type="subTitle" idx="1"/>
          </p:nvPr>
        </p:nvSpPr>
        <p:spPr>
          <a:xfrm>
            <a:off x="720002" y="2130425"/>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0" name="Google Shape;570;p13"/>
          <p:cNvSpPr txBox="1">
            <a:spLocks noGrp="1"/>
          </p:cNvSpPr>
          <p:nvPr>
            <p:ph type="subTitle" idx="8"/>
          </p:nvPr>
        </p:nvSpPr>
        <p:spPr>
          <a:xfrm>
            <a:off x="3310324" y="2130425"/>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1" name="Google Shape;571;p13"/>
          <p:cNvSpPr txBox="1">
            <a:spLocks noGrp="1"/>
          </p:cNvSpPr>
          <p:nvPr>
            <p:ph type="subTitle" idx="9"/>
          </p:nvPr>
        </p:nvSpPr>
        <p:spPr>
          <a:xfrm>
            <a:off x="5897998" y="2130425"/>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2" name="Google Shape;572;p13"/>
          <p:cNvSpPr txBox="1">
            <a:spLocks noGrp="1"/>
          </p:cNvSpPr>
          <p:nvPr>
            <p:ph type="subTitle" idx="13"/>
          </p:nvPr>
        </p:nvSpPr>
        <p:spPr>
          <a:xfrm>
            <a:off x="720002" y="3708000"/>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3" name="Google Shape;573;p13"/>
          <p:cNvSpPr txBox="1">
            <a:spLocks noGrp="1"/>
          </p:cNvSpPr>
          <p:nvPr>
            <p:ph type="subTitle" idx="14"/>
          </p:nvPr>
        </p:nvSpPr>
        <p:spPr>
          <a:xfrm>
            <a:off x="3310324" y="3708000"/>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4" name="Google Shape;574;p13"/>
          <p:cNvSpPr txBox="1">
            <a:spLocks noGrp="1"/>
          </p:cNvSpPr>
          <p:nvPr>
            <p:ph type="subTitle" idx="15"/>
          </p:nvPr>
        </p:nvSpPr>
        <p:spPr>
          <a:xfrm>
            <a:off x="5897998" y="3708000"/>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grpSp>
        <p:nvGrpSpPr>
          <p:cNvPr id="575" name="Google Shape;575;p13"/>
          <p:cNvGrpSpPr/>
          <p:nvPr/>
        </p:nvGrpSpPr>
        <p:grpSpPr>
          <a:xfrm>
            <a:off x="7594475" y="-1910625"/>
            <a:ext cx="2151567" cy="3381325"/>
            <a:chOff x="7594475" y="-1910625"/>
            <a:chExt cx="2151567" cy="3381325"/>
          </a:xfrm>
        </p:grpSpPr>
        <p:grpSp>
          <p:nvGrpSpPr>
            <p:cNvPr id="576" name="Google Shape;576;p13"/>
            <p:cNvGrpSpPr/>
            <p:nvPr/>
          </p:nvGrpSpPr>
          <p:grpSpPr>
            <a:xfrm rot="-5400000">
              <a:off x="7339390" y="-1084534"/>
              <a:ext cx="3232743" cy="1580562"/>
              <a:chOff x="2191675" y="4192425"/>
              <a:chExt cx="1929650" cy="943450"/>
            </a:xfrm>
          </p:grpSpPr>
          <p:sp>
            <p:nvSpPr>
              <p:cNvPr id="577" name="Google Shape;577;p13"/>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3"/>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3"/>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3"/>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3"/>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3"/>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3"/>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3"/>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3"/>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3"/>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3"/>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3"/>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3"/>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3"/>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3"/>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19" name="Google Shape;619;p13"/>
            <p:cNvPicPr preferRelativeResize="0"/>
            <p:nvPr/>
          </p:nvPicPr>
          <p:blipFill>
            <a:blip r:embed="rId3">
              <a:alphaModFix amt="40000"/>
            </a:blip>
            <a:stretch>
              <a:fillRect/>
            </a:stretch>
          </p:blipFill>
          <p:spPr>
            <a:xfrm>
              <a:off x="7594475" y="-271650"/>
              <a:ext cx="1177350" cy="1177350"/>
            </a:xfrm>
            <a:prstGeom prst="rect">
              <a:avLst/>
            </a:prstGeom>
            <a:noFill/>
            <a:ln>
              <a:noFill/>
            </a:ln>
          </p:spPr>
        </p:pic>
        <p:pic>
          <p:nvPicPr>
            <p:cNvPr id="620" name="Google Shape;620;p13"/>
            <p:cNvPicPr preferRelativeResize="0"/>
            <p:nvPr/>
          </p:nvPicPr>
          <p:blipFill>
            <a:blip r:embed="rId3">
              <a:alphaModFix amt="40000"/>
            </a:blip>
            <a:stretch>
              <a:fillRect/>
            </a:stretch>
          </p:blipFill>
          <p:spPr>
            <a:xfrm>
              <a:off x="8218950" y="293350"/>
              <a:ext cx="1177350" cy="1177350"/>
            </a:xfrm>
            <a:prstGeom prst="rect">
              <a:avLst/>
            </a:prstGeom>
            <a:noFill/>
            <a:ln>
              <a:noFill/>
            </a:ln>
          </p:spPr>
        </p:pic>
      </p:grpSp>
      <p:grpSp>
        <p:nvGrpSpPr>
          <p:cNvPr id="621" name="Google Shape;621;p13"/>
          <p:cNvGrpSpPr/>
          <p:nvPr/>
        </p:nvGrpSpPr>
        <p:grpSpPr>
          <a:xfrm>
            <a:off x="-500554" y="3650100"/>
            <a:ext cx="2057554" cy="3254804"/>
            <a:chOff x="-500554" y="3650100"/>
            <a:chExt cx="2057554" cy="3254804"/>
          </a:xfrm>
        </p:grpSpPr>
        <p:grpSp>
          <p:nvGrpSpPr>
            <p:cNvPr id="622" name="Google Shape;622;p13"/>
            <p:cNvGrpSpPr/>
            <p:nvPr/>
          </p:nvGrpSpPr>
          <p:grpSpPr>
            <a:xfrm rot="-5400000">
              <a:off x="-1283301" y="4624525"/>
              <a:ext cx="3063126" cy="1497633"/>
              <a:chOff x="2191675" y="4192425"/>
              <a:chExt cx="1929650" cy="943450"/>
            </a:xfrm>
          </p:grpSpPr>
          <p:sp>
            <p:nvSpPr>
              <p:cNvPr id="623" name="Google Shape;623;p13"/>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3"/>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3"/>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3"/>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3"/>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3"/>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3"/>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3"/>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3"/>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3"/>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3"/>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3"/>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3"/>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3"/>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3"/>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3"/>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3"/>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3"/>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3"/>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3"/>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3"/>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3"/>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3"/>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3"/>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3"/>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3"/>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3"/>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3"/>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3"/>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3"/>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3"/>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3"/>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3"/>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3"/>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3"/>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65" name="Google Shape;665;p13"/>
            <p:cNvPicPr preferRelativeResize="0"/>
            <p:nvPr/>
          </p:nvPicPr>
          <p:blipFill>
            <a:blip r:embed="rId3">
              <a:alphaModFix amt="40000"/>
            </a:blip>
            <a:stretch>
              <a:fillRect/>
            </a:stretch>
          </p:blipFill>
          <p:spPr>
            <a:xfrm>
              <a:off x="379650" y="4192800"/>
              <a:ext cx="1177350" cy="1177350"/>
            </a:xfrm>
            <a:prstGeom prst="rect">
              <a:avLst/>
            </a:prstGeom>
            <a:noFill/>
            <a:ln>
              <a:noFill/>
            </a:ln>
          </p:spPr>
        </p:pic>
        <p:pic>
          <p:nvPicPr>
            <p:cNvPr id="666" name="Google Shape;666;p13"/>
            <p:cNvPicPr preferRelativeResize="0"/>
            <p:nvPr/>
          </p:nvPicPr>
          <p:blipFill>
            <a:blip r:embed="rId3">
              <a:alphaModFix amt="40000"/>
            </a:blip>
            <a:stretch>
              <a:fillRect/>
            </a:stretch>
          </p:blipFill>
          <p:spPr>
            <a:xfrm>
              <a:off x="-180275" y="3650100"/>
              <a:ext cx="1177350" cy="1177350"/>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281"/>
        <p:cNvGrpSpPr/>
        <p:nvPr/>
      </p:nvGrpSpPr>
      <p:grpSpPr>
        <a:xfrm>
          <a:off x="0" y="0"/>
          <a:ext cx="0" cy="0"/>
          <a:chOff x="0" y="0"/>
          <a:chExt cx="0" cy="0"/>
        </a:xfrm>
      </p:grpSpPr>
      <p:pic>
        <p:nvPicPr>
          <p:cNvPr id="1282" name="Google Shape;1282;p24"/>
          <p:cNvPicPr preferRelativeResize="0"/>
          <p:nvPr/>
        </p:nvPicPr>
        <p:blipFill>
          <a:blip r:embed="rId2">
            <a:alphaModFix amt="20000"/>
          </a:blip>
          <a:stretch>
            <a:fillRect/>
          </a:stretch>
        </p:blipFill>
        <p:spPr>
          <a:xfrm>
            <a:off x="0" y="0"/>
            <a:ext cx="9144002" cy="5143500"/>
          </a:xfrm>
          <a:prstGeom prst="rect">
            <a:avLst/>
          </a:prstGeom>
          <a:noFill/>
          <a:ln>
            <a:noFill/>
          </a:ln>
        </p:spPr>
      </p:pic>
      <p:grpSp>
        <p:nvGrpSpPr>
          <p:cNvPr id="1283" name="Google Shape;1283;p24"/>
          <p:cNvGrpSpPr/>
          <p:nvPr/>
        </p:nvGrpSpPr>
        <p:grpSpPr>
          <a:xfrm>
            <a:off x="66900" y="3058850"/>
            <a:ext cx="1768875" cy="3126028"/>
            <a:chOff x="66900" y="3058850"/>
            <a:chExt cx="1768875" cy="3126028"/>
          </a:xfrm>
        </p:grpSpPr>
        <p:grpSp>
          <p:nvGrpSpPr>
            <p:cNvPr id="1284" name="Google Shape;1284;p24"/>
            <p:cNvGrpSpPr/>
            <p:nvPr/>
          </p:nvGrpSpPr>
          <p:grpSpPr>
            <a:xfrm>
              <a:off x="256564" y="3613234"/>
              <a:ext cx="1041216" cy="2571644"/>
              <a:chOff x="4709050" y="974800"/>
              <a:chExt cx="684425" cy="1690425"/>
            </a:xfrm>
          </p:grpSpPr>
          <p:sp>
            <p:nvSpPr>
              <p:cNvPr id="1285" name="Google Shape;1285;p24"/>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4"/>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4"/>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4"/>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4"/>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4"/>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4"/>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4"/>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4"/>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4"/>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4"/>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4"/>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4"/>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4"/>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4"/>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4"/>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4"/>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4"/>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4"/>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4"/>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4"/>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06" name="Google Shape;1306;p24"/>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307" name="Google Shape;1307;p24"/>
            <p:cNvPicPr preferRelativeResize="0"/>
            <p:nvPr/>
          </p:nvPicPr>
          <p:blipFill>
            <a:blip r:embed="rId3">
              <a:alphaModFix amt="40000"/>
            </a:blip>
            <a:stretch>
              <a:fillRect/>
            </a:stretch>
          </p:blipFill>
          <p:spPr>
            <a:xfrm>
              <a:off x="658425" y="3884050"/>
              <a:ext cx="1177350" cy="1177350"/>
            </a:xfrm>
            <a:prstGeom prst="rect">
              <a:avLst/>
            </a:prstGeom>
            <a:noFill/>
            <a:ln>
              <a:noFill/>
            </a:ln>
          </p:spPr>
        </p:pic>
        <p:pic>
          <p:nvPicPr>
            <p:cNvPr id="1308" name="Google Shape;1308;p24"/>
            <p:cNvPicPr preferRelativeResize="0"/>
            <p:nvPr/>
          </p:nvPicPr>
          <p:blipFill>
            <a:blip r:embed="rId3">
              <a:alphaModFix amt="40000"/>
            </a:blip>
            <a:stretch>
              <a:fillRect/>
            </a:stretch>
          </p:blipFill>
          <p:spPr>
            <a:xfrm>
              <a:off x="66900" y="4310375"/>
              <a:ext cx="1177350" cy="1177350"/>
            </a:xfrm>
            <a:prstGeom prst="rect">
              <a:avLst/>
            </a:prstGeom>
            <a:noFill/>
            <a:ln>
              <a:noFill/>
            </a:ln>
          </p:spPr>
        </p:pic>
      </p:grpSp>
      <p:grpSp>
        <p:nvGrpSpPr>
          <p:cNvPr id="1309" name="Google Shape;1309;p24"/>
          <p:cNvGrpSpPr/>
          <p:nvPr/>
        </p:nvGrpSpPr>
        <p:grpSpPr>
          <a:xfrm>
            <a:off x="7107050" y="-104675"/>
            <a:ext cx="3494801" cy="2499245"/>
            <a:chOff x="7107050" y="-104675"/>
            <a:chExt cx="3494801" cy="2499245"/>
          </a:xfrm>
        </p:grpSpPr>
        <p:grpSp>
          <p:nvGrpSpPr>
            <p:cNvPr id="1310" name="Google Shape;1310;p24"/>
            <p:cNvGrpSpPr/>
            <p:nvPr/>
          </p:nvGrpSpPr>
          <p:grpSpPr>
            <a:xfrm>
              <a:off x="7467304" y="268423"/>
              <a:ext cx="3134546" cy="2126147"/>
              <a:chOff x="2280775" y="570800"/>
              <a:chExt cx="1702725" cy="1154950"/>
            </a:xfrm>
          </p:grpSpPr>
          <p:sp>
            <p:nvSpPr>
              <p:cNvPr id="1311" name="Google Shape;1311;p24"/>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4"/>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4"/>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4"/>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4"/>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4"/>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4"/>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4"/>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4"/>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4"/>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4"/>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4"/>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4"/>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4"/>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4"/>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4"/>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4"/>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4"/>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4"/>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4"/>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4"/>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4"/>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4"/>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4"/>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4"/>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4"/>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37" name="Google Shape;1337;p24"/>
            <p:cNvPicPr preferRelativeResize="0"/>
            <p:nvPr/>
          </p:nvPicPr>
          <p:blipFill>
            <a:blip r:embed="rId3">
              <a:alphaModFix amt="40000"/>
            </a:blip>
            <a:stretch>
              <a:fillRect/>
            </a:stretch>
          </p:blipFill>
          <p:spPr>
            <a:xfrm>
              <a:off x="7107050" y="742825"/>
              <a:ext cx="1177350" cy="1177350"/>
            </a:xfrm>
            <a:prstGeom prst="rect">
              <a:avLst/>
            </a:prstGeom>
            <a:noFill/>
            <a:ln>
              <a:noFill/>
            </a:ln>
          </p:spPr>
        </p:pic>
        <p:pic>
          <p:nvPicPr>
            <p:cNvPr id="1338" name="Google Shape;1338;p24"/>
            <p:cNvPicPr preferRelativeResize="0"/>
            <p:nvPr/>
          </p:nvPicPr>
          <p:blipFill>
            <a:blip r:embed="rId3">
              <a:alphaModFix amt="40000"/>
            </a:blip>
            <a:stretch>
              <a:fillRect/>
            </a:stretch>
          </p:blipFill>
          <p:spPr>
            <a:xfrm>
              <a:off x="7803050" y="-104675"/>
              <a:ext cx="1177350" cy="1177350"/>
            </a:xfrm>
            <a:prstGeom prst="rect">
              <a:avLst/>
            </a:prstGeom>
            <a:noFill/>
            <a:ln>
              <a:noFill/>
            </a:ln>
          </p:spPr>
        </p:pic>
        <p:pic>
          <p:nvPicPr>
            <p:cNvPr id="1339" name="Google Shape;1339;p24"/>
            <p:cNvPicPr preferRelativeResize="0"/>
            <p:nvPr/>
          </p:nvPicPr>
          <p:blipFill>
            <a:blip r:embed="rId3">
              <a:alphaModFix amt="40000"/>
            </a:blip>
            <a:stretch>
              <a:fillRect/>
            </a:stretch>
          </p:blipFill>
          <p:spPr>
            <a:xfrm>
              <a:off x="8100400" y="1072675"/>
              <a:ext cx="1177350" cy="1177350"/>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40"/>
        <p:cNvGrpSpPr/>
        <p:nvPr/>
      </p:nvGrpSpPr>
      <p:grpSpPr>
        <a:xfrm>
          <a:off x="0" y="0"/>
          <a:ext cx="0" cy="0"/>
          <a:chOff x="0" y="0"/>
          <a:chExt cx="0" cy="0"/>
        </a:xfrm>
      </p:grpSpPr>
      <p:pic>
        <p:nvPicPr>
          <p:cNvPr id="1341" name="Google Shape;1341;p25"/>
          <p:cNvPicPr preferRelativeResize="0"/>
          <p:nvPr/>
        </p:nvPicPr>
        <p:blipFill>
          <a:blip r:embed="rId2">
            <a:alphaModFix amt="20000"/>
          </a:blip>
          <a:stretch>
            <a:fillRect/>
          </a:stretch>
        </p:blipFill>
        <p:spPr>
          <a:xfrm>
            <a:off x="0" y="0"/>
            <a:ext cx="9144002" cy="5143500"/>
          </a:xfrm>
          <a:prstGeom prst="rect">
            <a:avLst/>
          </a:prstGeom>
          <a:noFill/>
          <a:ln>
            <a:noFill/>
          </a:ln>
        </p:spPr>
      </p:pic>
      <p:grpSp>
        <p:nvGrpSpPr>
          <p:cNvPr id="1342" name="Google Shape;1342;p25"/>
          <p:cNvGrpSpPr/>
          <p:nvPr/>
        </p:nvGrpSpPr>
        <p:grpSpPr>
          <a:xfrm>
            <a:off x="-1684333" y="361707"/>
            <a:ext cx="3460658" cy="1726043"/>
            <a:chOff x="-1684333" y="361707"/>
            <a:chExt cx="3460658" cy="1726043"/>
          </a:xfrm>
        </p:grpSpPr>
        <p:grpSp>
          <p:nvGrpSpPr>
            <p:cNvPr id="1343" name="Google Shape;1343;p25"/>
            <p:cNvGrpSpPr/>
            <p:nvPr/>
          </p:nvGrpSpPr>
          <p:grpSpPr>
            <a:xfrm>
              <a:off x="-1684333" y="361707"/>
              <a:ext cx="2907181" cy="1177348"/>
              <a:chOff x="2442775" y="3274750"/>
              <a:chExt cx="1690025" cy="684425"/>
            </a:xfrm>
          </p:grpSpPr>
          <p:sp>
            <p:nvSpPr>
              <p:cNvPr id="1344" name="Google Shape;1344;p25"/>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5"/>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5"/>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5"/>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5"/>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5"/>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5"/>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5"/>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5"/>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5"/>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5"/>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5"/>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5"/>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5"/>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5"/>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5"/>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5"/>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5"/>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5"/>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5"/>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5"/>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65" name="Google Shape;1365;p25"/>
            <p:cNvPicPr preferRelativeResize="0"/>
            <p:nvPr/>
          </p:nvPicPr>
          <p:blipFill>
            <a:blip r:embed="rId3">
              <a:alphaModFix amt="40000"/>
            </a:blip>
            <a:stretch>
              <a:fillRect/>
            </a:stretch>
          </p:blipFill>
          <p:spPr>
            <a:xfrm>
              <a:off x="598975" y="776575"/>
              <a:ext cx="1177350" cy="1177350"/>
            </a:xfrm>
            <a:prstGeom prst="rect">
              <a:avLst/>
            </a:prstGeom>
            <a:noFill/>
            <a:ln>
              <a:noFill/>
            </a:ln>
          </p:spPr>
        </p:pic>
        <p:pic>
          <p:nvPicPr>
            <p:cNvPr id="1366" name="Google Shape;1366;p25"/>
            <p:cNvPicPr preferRelativeResize="0"/>
            <p:nvPr/>
          </p:nvPicPr>
          <p:blipFill>
            <a:blip r:embed="rId3">
              <a:alphaModFix amt="40000"/>
            </a:blip>
            <a:stretch>
              <a:fillRect/>
            </a:stretch>
          </p:blipFill>
          <p:spPr>
            <a:xfrm>
              <a:off x="-367450" y="910400"/>
              <a:ext cx="1177350" cy="1177350"/>
            </a:xfrm>
            <a:prstGeom prst="rect">
              <a:avLst/>
            </a:prstGeom>
            <a:noFill/>
            <a:ln>
              <a:noFill/>
            </a:ln>
          </p:spPr>
        </p:pic>
      </p:grpSp>
      <p:grpSp>
        <p:nvGrpSpPr>
          <p:cNvPr id="1367" name="Google Shape;1367;p25"/>
          <p:cNvGrpSpPr/>
          <p:nvPr/>
        </p:nvGrpSpPr>
        <p:grpSpPr>
          <a:xfrm>
            <a:off x="7352875" y="3702559"/>
            <a:ext cx="3991212" cy="1778866"/>
            <a:chOff x="7352875" y="3702559"/>
            <a:chExt cx="3991212" cy="1778866"/>
          </a:xfrm>
        </p:grpSpPr>
        <p:grpSp>
          <p:nvGrpSpPr>
            <p:cNvPr id="1368" name="Google Shape;1368;p25"/>
            <p:cNvGrpSpPr/>
            <p:nvPr/>
          </p:nvGrpSpPr>
          <p:grpSpPr>
            <a:xfrm>
              <a:off x="7802532" y="3702559"/>
              <a:ext cx="3541556" cy="1323917"/>
              <a:chOff x="2133050" y="2071900"/>
              <a:chExt cx="2132825" cy="797300"/>
            </a:xfrm>
          </p:grpSpPr>
          <p:sp>
            <p:nvSpPr>
              <p:cNvPr id="1369" name="Google Shape;1369;p25"/>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5"/>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5"/>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5"/>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5"/>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5"/>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5"/>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5"/>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5"/>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5"/>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5"/>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5"/>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5"/>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5"/>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5"/>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5"/>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5"/>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5"/>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5"/>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5"/>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5"/>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5"/>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5"/>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5"/>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5"/>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5"/>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5"/>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5"/>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5"/>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5"/>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25"/>
            <p:cNvPicPr preferRelativeResize="0"/>
            <p:nvPr/>
          </p:nvPicPr>
          <p:blipFill>
            <a:blip r:embed="rId3">
              <a:alphaModFix amt="40000"/>
            </a:blip>
            <a:stretch>
              <a:fillRect/>
            </a:stretch>
          </p:blipFill>
          <p:spPr>
            <a:xfrm>
              <a:off x="7352875" y="4222300"/>
              <a:ext cx="1177350" cy="1177350"/>
            </a:xfrm>
            <a:prstGeom prst="rect">
              <a:avLst/>
            </a:prstGeom>
            <a:noFill/>
            <a:ln>
              <a:noFill/>
            </a:ln>
          </p:spPr>
        </p:pic>
        <p:pic>
          <p:nvPicPr>
            <p:cNvPr id="1400" name="Google Shape;1400;p25"/>
            <p:cNvPicPr preferRelativeResize="0"/>
            <p:nvPr/>
          </p:nvPicPr>
          <p:blipFill>
            <a:blip r:embed="rId3">
              <a:alphaModFix amt="40000"/>
            </a:blip>
            <a:stretch>
              <a:fillRect/>
            </a:stretch>
          </p:blipFill>
          <p:spPr>
            <a:xfrm>
              <a:off x="8371350" y="4304075"/>
              <a:ext cx="1177350" cy="117735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Aldrich"/>
              <a:buNone/>
              <a:defRPr sz="3500">
                <a:solidFill>
                  <a:schemeClr val="dk1"/>
                </a:solidFill>
                <a:latin typeface="Aldrich"/>
                <a:ea typeface="Aldrich"/>
                <a:cs typeface="Aldrich"/>
                <a:sym typeface="Aldrich"/>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Saira"/>
              <a:buChar char="●"/>
              <a:defRPr sz="1200">
                <a:solidFill>
                  <a:schemeClr val="dk1"/>
                </a:solidFill>
                <a:latin typeface="Saira"/>
                <a:ea typeface="Saira"/>
                <a:cs typeface="Saira"/>
                <a:sym typeface="Saira"/>
              </a:defRPr>
            </a:lvl1pPr>
            <a:lvl2pPr marL="914400" lvl="1"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2pPr>
            <a:lvl3pPr marL="1371600" lvl="2"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3pPr>
            <a:lvl4pPr marL="1828800" lvl="3"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4pPr>
            <a:lvl5pPr marL="2286000" lvl="4"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5pPr>
            <a:lvl6pPr marL="2743200" lvl="5"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6pPr>
            <a:lvl7pPr marL="3200400" lvl="6"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7pPr>
            <a:lvl8pPr marL="3657600" lvl="7"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8pPr>
            <a:lvl9pPr marL="4114800" lvl="8" indent="-304800" rtl="0">
              <a:lnSpc>
                <a:spcPct val="100000"/>
              </a:lnSpc>
              <a:spcBef>
                <a:spcPts val="1600"/>
              </a:spcBef>
              <a:spcAft>
                <a:spcPts val="1600"/>
              </a:spcAft>
              <a:buClr>
                <a:schemeClr val="dk1"/>
              </a:buClr>
              <a:buSzPts val="1200"/>
              <a:buFont typeface="Saira"/>
              <a:buChar char="■"/>
              <a:defRPr sz="1200">
                <a:solidFill>
                  <a:schemeClr val="dk1"/>
                </a:solidFill>
                <a:latin typeface="Saira"/>
                <a:ea typeface="Saira"/>
                <a:cs typeface="Saira"/>
                <a:sym typeface="Sai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8" r:id="rId8"/>
    <p:sldLayoutId id="214748365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29"/>
          <p:cNvSpPr txBox="1">
            <a:spLocks noGrp="1"/>
          </p:cNvSpPr>
          <p:nvPr>
            <p:ph type="ctrTitle"/>
          </p:nvPr>
        </p:nvSpPr>
        <p:spPr>
          <a:xfrm>
            <a:off x="1568675" y="1027819"/>
            <a:ext cx="6006600" cy="2279400"/>
          </a:xfrm>
          <a:prstGeom prst="rect">
            <a:avLst/>
          </a:prstGeom>
        </p:spPr>
        <p:txBody>
          <a:bodyPr spcFirstLastPara="1" wrap="square" lIns="91425" tIns="91425" rIns="91425" bIns="91425" anchor="b" anchorCtr="0">
            <a:noAutofit/>
          </a:bodyPr>
          <a:lstStyle/>
          <a:p>
            <a:r>
              <a:rPr lang="en-NZ" noProof="0"/>
              <a:t> Status Report</a:t>
            </a:r>
            <a:br>
              <a:rPr lang="en-NZ" noProof="0"/>
            </a:br>
            <a:r>
              <a:rPr lang="en-NZ" sz="2400" noProof="0"/>
              <a:t>Network Performance Evaluation on Linux-Based Operating Systems</a:t>
            </a:r>
            <a:br>
              <a:rPr lang="en-NZ" sz="2400" noProof="0"/>
            </a:br>
            <a:r>
              <a:rPr lang="en-NZ" sz="2400" noProof="0"/>
              <a:t>(Physical Team)</a:t>
            </a:r>
          </a:p>
        </p:txBody>
      </p:sp>
      <p:sp>
        <p:nvSpPr>
          <p:cNvPr id="1412" name="Google Shape;1412;p29"/>
          <p:cNvSpPr txBox="1">
            <a:spLocks noGrp="1"/>
          </p:cNvSpPr>
          <p:nvPr>
            <p:ph type="subTitle" idx="1"/>
          </p:nvPr>
        </p:nvSpPr>
        <p:spPr>
          <a:xfrm>
            <a:off x="1962600" y="3706181"/>
            <a:ext cx="5218800" cy="409500"/>
          </a:xfrm>
          <a:prstGeom prst="rect">
            <a:avLst/>
          </a:prstGeom>
        </p:spPr>
        <p:txBody>
          <a:bodyPr spcFirstLastPara="1" wrap="square" lIns="91425" tIns="91425" rIns="91425" bIns="91425" anchor="t" anchorCtr="0">
            <a:noAutofit/>
          </a:bodyPr>
          <a:lstStyle/>
          <a:p>
            <a:pPr marL="0" indent="0"/>
            <a:r>
              <a:rPr lang="en-NZ" noProof="0"/>
              <a:t>Client: Dr. Raymond Lutui | Mentor: Daniel </a:t>
            </a:r>
            <a:r>
              <a:rPr lang="en-NZ" noProof="0" err="1"/>
              <a:t>Vaipulu</a:t>
            </a:r>
            <a:endParaRPr lang="en-NZ" noProof="0"/>
          </a:p>
        </p:txBody>
      </p:sp>
      <p:cxnSp>
        <p:nvCxnSpPr>
          <p:cNvPr id="1413" name="Google Shape;1413;p29"/>
          <p:cNvCxnSpPr/>
          <p:nvPr/>
        </p:nvCxnSpPr>
        <p:spPr>
          <a:xfrm>
            <a:off x="2145900" y="3459619"/>
            <a:ext cx="4852200" cy="0"/>
          </a:xfrm>
          <a:prstGeom prst="straightConnector1">
            <a:avLst/>
          </a:prstGeom>
          <a:noFill/>
          <a:ln w="19050" cap="flat" cmpd="sng">
            <a:solidFill>
              <a:schemeClr val="dk1"/>
            </a:solidFill>
            <a:prstDash val="solid"/>
            <a:round/>
            <a:headEnd type="oval" w="med" len="med"/>
            <a:tailEnd type="oval" w="med" len="med"/>
          </a:ln>
        </p:spPr>
      </p:cxnSp>
      <p:grpSp>
        <p:nvGrpSpPr>
          <p:cNvPr id="1414" name="Google Shape;1414;p29"/>
          <p:cNvGrpSpPr/>
          <p:nvPr/>
        </p:nvGrpSpPr>
        <p:grpSpPr>
          <a:xfrm>
            <a:off x="0" y="3058850"/>
            <a:ext cx="1731700" cy="3126027"/>
            <a:chOff x="0" y="3058850"/>
            <a:chExt cx="1731700" cy="3126027"/>
          </a:xfrm>
        </p:grpSpPr>
        <p:grpSp>
          <p:nvGrpSpPr>
            <p:cNvPr id="1415" name="Google Shape;1415;p29"/>
            <p:cNvGrpSpPr/>
            <p:nvPr/>
          </p:nvGrpSpPr>
          <p:grpSpPr>
            <a:xfrm>
              <a:off x="256565" y="3613234"/>
              <a:ext cx="1041216" cy="2571643"/>
              <a:chOff x="4709050" y="974800"/>
              <a:chExt cx="684425" cy="1690425"/>
            </a:xfrm>
          </p:grpSpPr>
          <p:sp>
            <p:nvSpPr>
              <p:cNvPr id="1416" name="Google Shape;1416;p29"/>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17" name="Google Shape;1417;p29"/>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18" name="Google Shape;1418;p29"/>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19" name="Google Shape;1419;p29"/>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0" name="Google Shape;1420;p29"/>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1" name="Google Shape;1421;p29"/>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2" name="Google Shape;1422;p29"/>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3" name="Google Shape;1423;p29"/>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4" name="Google Shape;1424;p29"/>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5" name="Google Shape;1425;p29"/>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6" name="Google Shape;1426;p29"/>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7" name="Google Shape;1427;p29"/>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8" name="Google Shape;1428;p29"/>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29" name="Google Shape;1429;p29"/>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0" name="Google Shape;1430;p29"/>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1" name="Google Shape;1431;p29"/>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2" name="Google Shape;1432;p29"/>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3" name="Google Shape;1433;p29"/>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4" name="Google Shape;1434;p29"/>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5" name="Google Shape;1435;p29"/>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36" name="Google Shape;1436;p29"/>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grpSp>
        <p:pic>
          <p:nvPicPr>
            <p:cNvPr id="1437" name="Google Shape;1437;p29"/>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438" name="Google Shape;1438;p29"/>
            <p:cNvPicPr preferRelativeResize="0"/>
            <p:nvPr/>
          </p:nvPicPr>
          <p:blipFill>
            <a:blip r:embed="rId3">
              <a:alphaModFix amt="40000"/>
            </a:blip>
            <a:stretch>
              <a:fillRect/>
            </a:stretch>
          </p:blipFill>
          <p:spPr>
            <a:xfrm>
              <a:off x="0" y="4236200"/>
              <a:ext cx="1177350" cy="1177350"/>
            </a:xfrm>
            <a:prstGeom prst="rect">
              <a:avLst/>
            </a:prstGeom>
            <a:noFill/>
            <a:ln>
              <a:noFill/>
            </a:ln>
          </p:spPr>
        </p:pic>
      </p:grpSp>
      <p:grpSp>
        <p:nvGrpSpPr>
          <p:cNvPr id="1439" name="Google Shape;1439;p29"/>
          <p:cNvGrpSpPr/>
          <p:nvPr/>
        </p:nvGrpSpPr>
        <p:grpSpPr>
          <a:xfrm>
            <a:off x="7093325" y="-149525"/>
            <a:ext cx="3508525" cy="2544098"/>
            <a:chOff x="7093325" y="-149525"/>
            <a:chExt cx="3508525" cy="2544098"/>
          </a:xfrm>
        </p:grpSpPr>
        <p:grpSp>
          <p:nvGrpSpPr>
            <p:cNvPr id="1440" name="Google Shape;1440;p29"/>
            <p:cNvGrpSpPr/>
            <p:nvPr/>
          </p:nvGrpSpPr>
          <p:grpSpPr>
            <a:xfrm>
              <a:off x="7467304" y="268424"/>
              <a:ext cx="3134546" cy="2126149"/>
              <a:chOff x="2280775" y="570800"/>
              <a:chExt cx="1702725" cy="1154950"/>
            </a:xfrm>
          </p:grpSpPr>
          <p:sp>
            <p:nvSpPr>
              <p:cNvPr id="1441" name="Google Shape;1441;p29"/>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2" name="Google Shape;1442;p29"/>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3" name="Google Shape;1443;p29"/>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4" name="Google Shape;1444;p29"/>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5" name="Google Shape;1445;p29"/>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6" name="Google Shape;1446;p29"/>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7" name="Google Shape;1447;p29"/>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8" name="Google Shape;1448;p29"/>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49" name="Google Shape;1449;p29"/>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0" name="Google Shape;1450;p29"/>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1" name="Google Shape;1451;p29"/>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2" name="Google Shape;1452;p29"/>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3" name="Google Shape;1453;p29"/>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4" name="Google Shape;1454;p29"/>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5" name="Google Shape;1455;p29"/>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6" name="Google Shape;1456;p29"/>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7" name="Google Shape;1457;p29"/>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8" name="Google Shape;1458;p29"/>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59" name="Google Shape;1459;p29"/>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0" name="Google Shape;1460;p29"/>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1" name="Google Shape;1461;p29"/>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2" name="Google Shape;1462;p29"/>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3" name="Google Shape;1463;p29"/>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4" name="Google Shape;1464;p29"/>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5" name="Google Shape;1465;p29"/>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66" name="Google Shape;1466;p29"/>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grpSp>
        <p:pic>
          <p:nvPicPr>
            <p:cNvPr id="1467" name="Google Shape;1467;p29"/>
            <p:cNvPicPr preferRelativeResize="0"/>
            <p:nvPr/>
          </p:nvPicPr>
          <p:blipFill>
            <a:blip r:embed="rId3">
              <a:alphaModFix amt="40000"/>
            </a:blip>
            <a:stretch>
              <a:fillRect/>
            </a:stretch>
          </p:blipFill>
          <p:spPr>
            <a:xfrm>
              <a:off x="7093325" y="742825"/>
              <a:ext cx="1177350" cy="1177350"/>
            </a:xfrm>
            <a:prstGeom prst="rect">
              <a:avLst/>
            </a:prstGeom>
            <a:noFill/>
            <a:ln>
              <a:noFill/>
            </a:ln>
          </p:spPr>
        </p:pic>
        <p:pic>
          <p:nvPicPr>
            <p:cNvPr id="1468" name="Google Shape;1468;p29"/>
            <p:cNvPicPr preferRelativeResize="0"/>
            <p:nvPr/>
          </p:nvPicPr>
          <p:blipFill>
            <a:blip r:embed="rId3">
              <a:alphaModFix amt="40000"/>
            </a:blip>
            <a:stretch>
              <a:fillRect/>
            </a:stretch>
          </p:blipFill>
          <p:spPr>
            <a:xfrm>
              <a:off x="7840225" y="-149525"/>
              <a:ext cx="1177350" cy="1177350"/>
            </a:xfrm>
            <a:prstGeom prst="rect">
              <a:avLst/>
            </a:prstGeom>
            <a:noFill/>
            <a:ln>
              <a:noFill/>
            </a:ln>
          </p:spPr>
        </p:pic>
        <p:pic>
          <p:nvPicPr>
            <p:cNvPr id="1469" name="Google Shape;1469;p29"/>
            <p:cNvPicPr preferRelativeResize="0"/>
            <p:nvPr/>
          </p:nvPicPr>
          <p:blipFill>
            <a:blip r:embed="rId3">
              <a:alphaModFix amt="40000"/>
            </a:blip>
            <a:stretch>
              <a:fillRect/>
            </a:stretch>
          </p:blipFill>
          <p:spPr>
            <a:xfrm>
              <a:off x="8126000" y="1027825"/>
              <a:ext cx="1177350" cy="1177350"/>
            </a:xfrm>
            <a:prstGeom prst="rect">
              <a:avLst/>
            </a:prstGeom>
            <a:noFill/>
            <a:ln>
              <a:noFill/>
            </a:ln>
          </p:spPr>
        </p:pic>
      </p:grpSp>
      <p:grpSp>
        <p:nvGrpSpPr>
          <p:cNvPr id="1470" name="Google Shape;1470;p29"/>
          <p:cNvGrpSpPr/>
          <p:nvPr/>
        </p:nvGrpSpPr>
        <p:grpSpPr>
          <a:xfrm>
            <a:off x="-1312494" y="155306"/>
            <a:ext cx="3417969" cy="1688469"/>
            <a:chOff x="-1312494" y="155306"/>
            <a:chExt cx="3417969" cy="1688469"/>
          </a:xfrm>
        </p:grpSpPr>
        <p:grpSp>
          <p:nvGrpSpPr>
            <p:cNvPr id="1471" name="Google Shape;1471;p29"/>
            <p:cNvGrpSpPr/>
            <p:nvPr/>
          </p:nvGrpSpPr>
          <p:grpSpPr>
            <a:xfrm>
              <a:off x="-1312494" y="155306"/>
              <a:ext cx="2907181" cy="1177350"/>
              <a:chOff x="2442775" y="3274750"/>
              <a:chExt cx="1690025" cy="684425"/>
            </a:xfrm>
          </p:grpSpPr>
          <p:sp>
            <p:nvSpPr>
              <p:cNvPr id="1472" name="Google Shape;1472;p29"/>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3" name="Google Shape;1473;p29"/>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4" name="Google Shape;1474;p29"/>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5" name="Google Shape;1475;p29"/>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6" name="Google Shape;1476;p29"/>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7" name="Google Shape;1477;p29"/>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8" name="Google Shape;1478;p29"/>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79" name="Google Shape;1479;p29"/>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0" name="Google Shape;1480;p29"/>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1" name="Google Shape;1481;p29"/>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2" name="Google Shape;1482;p29"/>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3" name="Google Shape;1483;p29"/>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4" name="Google Shape;1484;p29"/>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5" name="Google Shape;1485;p29"/>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6" name="Google Shape;1486;p29"/>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7" name="Google Shape;1487;p29"/>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8" name="Google Shape;1488;p29"/>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89" name="Google Shape;1489;p29"/>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90" name="Google Shape;1490;p29"/>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91" name="Google Shape;1491;p29"/>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492" name="Google Shape;1492;p29"/>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grpSp>
        <p:pic>
          <p:nvPicPr>
            <p:cNvPr id="1493" name="Google Shape;1493;p29"/>
            <p:cNvPicPr preferRelativeResize="0"/>
            <p:nvPr/>
          </p:nvPicPr>
          <p:blipFill>
            <a:blip r:embed="rId3">
              <a:alphaModFix amt="40000"/>
            </a:blip>
            <a:stretch>
              <a:fillRect/>
            </a:stretch>
          </p:blipFill>
          <p:spPr>
            <a:xfrm>
              <a:off x="0" y="666425"/>
              <a:ext cx="1177350" cy="1177350"/>
            </a:xfrm>
            <a:prstGeom prst="rect">
              <a:avLst/>
            </a:prstGeom>
            <a:noFill/>
            <a:ln>
              <a:noFill/>
            </a:ln>
          </p:spPr>
        </p:pic>
        <p:pic>
          <p:nvPicPr>
            <p:cNvPr id="1494" name="Google Shape;1494;p29"/>
            <p:cNvPicPr preferRelativeResize="0"/>
            <p:nvPr/>
          </p:nvPicPr>
          <p:blipFill>
            <a:blip r:embed="rId3">
              <a:alphaModFix amt="40000"/>
            </a:blip>
            <a:stretch>
              <a:fillRect/>
            </a:stretch>
          </p:blipFill>
          <p:spPr>
            <a:xfrm>
              <a:off x="928125" y="535000"/>
              <a:ext cx="1177350" cy="117735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sp>
        <p:nvSpPr>
          <p:cNvPr id="1566" name="Google Shape;1566;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NZ" noProof="0"/>
              <a:t>Project Brief</a:t>
            </a:r>
          </a:p>
        </p:txBody>
      </p:sp>
      <p:sp>
        <p:nvSpPr>
          <p:cNvPr id="3" name="TextBox 2">
            <a:extLst>
              <a:ext uri="{FF2B5EF4-FFF2-40B4-BE49-F238E27FC236}">
                <a16:creationId xmlns:a16="http://schemas.microsoft.com/office/drawing/2014/main" id="{33D9764A-3EEF-78C5-8B4D-695AC057A21F}"/>
              </a:ext>
            </a:extLst>
          </p:cNvPr>
          <p:cNvSpPr txBox="1"/>
          <p:nvPr/>
        </p:nvSpPr>
        <p:spPr>
          <a:xfrm>
            <a:off x="1262014" y="1232922"/>
            <a:ext cx="6619972" cy="2230739"/>
          </a:xfrm>
          <a:prstGeom prst="rect">
            <a:avLst/>
          </a:prstGeom>
          <a:noFill/>
        </p:spPr>
        <p:txBody>
          <a:bodyPr wrap="square" lIns="91440" tIns="45720" rIns="91440" bIns="45720" rtlCol="0" anchor="t">
            <a:spAutoFit/>
          </a:bodyPr>
          <a:lstStyle/>
          <a:p>
            <a:pPr marL="285750" indent="-285750">
              <a:lnSpc>
                <a:spcPct val="200000"/>
              </a:lnSpc>
              <a:buClr>
                <a:schemeClr val="tx1"/>
              </a:buClr>
              <a:buFont typeface="Arial" panose="020B0604020202020204" pitchFamily="34" charset="0"/>
              <a:buChar char="•"/>
            </a:pPr>
            <a:r>
              <a:rPr lang="en-NZ" sz="1800">
                <a:solidFill>
                  <a:schemeClr val="tx1"/>
                </a:solidFill>
                <a:latin typeface="Aldrich"/>
              </a:rPr>
              <a:t>Network Performance Evaluation on Linux OS</a:t>
            </a:r>
          </a:p>
          <a:p>
            <a:pPr marL="285750" indent="-285750">
              <a:lnSpc>
                <a:spcPct val="200000"/>
              </a:lnSpc>
              <a:buClr>
                <a:schemeClr val="tx1"/>
              </a:buClr>
              <a:buFont typeface="Arial" panose="020B0604020202020204" pitchFamily="34" charset="0"/>
              <a:buChar char="•"/>
            </a:pPr>
            <a:r>
              <a:rPr lang="en-NZ" sz="1800">
                <a:solidFill>
                  <a:schemeClr val="tx1"/>
                </a:solidFill>
                <a:latin typeface="Aldrich"/>
              </a:rPr>
              <a:t>Ubuntu, Fedora, Kali</a:t>
            </a:r>
          </a:p>
          <a:p>
            <a:pPr marL="285750" indent="-285750">
              <a:lnSpc>
                <a:spcPct val="200000"/>
              </a:lnSpc>
              <a:buClr>
                <a:schemeClr val="tx1"/>
              </a:buClr>
              <a:buFont typeface="Arial" panose="020B0604020202020204" pitchFamily="34" charset="0"/>
              <a:buChar char="•"/>
            </a:pPr>
            <a:r>
              <a:rPr lang="en-NZ" sz="1800">
                <a:solidFill>
                  <a:schemeClr val="tx1"/>
                </a:solidFill>
                <a:latin typeface="Aldrich"/>
              </a:rPr>
              <a:t>IPv4 and IPv6</a:t>
            </a:r>
          </a:p>
          <a:p>
            <a:pPr marL="285750" indent="-285750">
              <a:lnSpc>
                <a:spcPct val="200000"/>
              </a:lnSpc>
              <a:buClr>
                <a:schemeClr val="tx1"/>
              </a:buClr>
              <a:buFont typeface="Arial" panose="020B0604020202020204" pitchFamily="34" charset="0"/>
              <a:buChar char="•"/>
            </a:pPr>
            <a:r>
              <a:rPr lang="en-NZ" sz="1800">
                <a:solidFill>
                  <a:schemeClr val="tx1"/>
                </a:solidFill>
                <a:latin typeface="Aldrich"/>
              </a:rPr>
              <a:t>TCP and UDP protocols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7">
          <a:extLst>
            <a:ext uri="{FF2B5EF4-FFF2-40B4-BE49-F238E27FC236}">
              <a16:creationId xmlns:a16="http://schemas.microsoft.com/office/drawing/2014/main" id="{27AC6B9E-32D4-5ED5-D9A1-9BE059F87D7E}"/>
            </a:ext>
          </a:extLst>
        </p:cNvPr>
        <p:cNvGrpSpPr/>
        <p:nvPr/>
      </p:nvGrpSpPr>
      <p:grpSpPr>
        <a:xfrm>
          <a:off x="0" y="0"/>
          <a:ext cx="0" cy="0"/>
          <a:chOff x="0" y="0"/>
          <a:chExt cx="0" cy="0"/>
        </a:xfrm>
      </p:grpSpPr>
      <p:sp>
        <p:nvSpPr>
          <p:cNvPr id="30" name="Google Shape;1589;p36">
            <a:extLst>
              <a:ext uri="{FF2B5EF4-FFF2-40B4-BE49-F238E27FC236}">
                <a16:creationId xmlns:a16="http://schemas.microsoft.com/office/drawing/2014/main" id="{5BF667D7-30DB-7FDD-B06E-CB4C02ECD19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NZ" sz="3500" noProof="0"/>
              <a:t>Technical Infrastructure</a:t>
            </a:r>
          </a:p>
        </p:txBody>
      </p:sp>
      <p:pic>
        <p:nvPicPr>
          <p:cNvPr id="31" name="Picture 2">
            <a:extLst>
              <a:ext uri="{FF2B5EF4-FFF2-40B4-BE49-F238E27FC236}">
                <a16:creationId xmlns:a16="http://schemas.microsoft.com/office/drawing/2014/main" id="{12BDD64C-4AEB-A393-8DA6-8962928B4A7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artisticPhotocopy/>
                    </a14:imgEffect>
                  </a14:imgLayer>
                </a14:imgProps>
              </a:ext>
            </a:extLst>
          </a:blip>
          <a:srcRect/>
          <a:stretch/>
        </p:blipFill>
        <p:spPr bwMode="auto">
          <a:xfrm>
            <a:off x="2081007" y="1167722"/>
            <a:ext cx="4981985" cy="3625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068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CB5BB1-BFED-ECBC-03A3-D7CAA5AFBB11}"/>
              </a:ext>
            </a:extLst>
          </p:cNvPr>
          <p:cNvSpPr>
            <a:spLocks noGrp="1"/>
          </p:cNvSpPr>
          <p:nvPr>
            <p:ph type="title"/>
          </p:nvPr>
        </p:nvSpPr>
        <p:spPr/>
        <p:txBody>
          <a:bodyPr anchor="ctr"/>
          <a:lstStyle/>
          <a:p>
            <a:r>
              <a:rPr lang="en-NZ"/>
              <a:t>Work Breakdown Structure</a:t>
            </a:r>
            <a:br>
              <a:rPr lang="en-NZ"/>
            </a:br>
            <a:r>
              <a:rPr lang="en-NZ" sz="2400"/>
              <a:t>(High-Level)</a:t>
            </a:r>
          </a:p>
        </p:txBody>
      </p:sp>
      <p:pic>
        <p:nvPicPr>
          <p:cNvPr id="8" name="Picture 7" descr="A diagram of a software development process&#10;&#10;AI-generated content may be incorrect.">
            <a:extLst>
              <a:ext uri="{FF2B5EF4-FFF2-40B4-BE49-F238E27FC236}">
                <a16:creationId xmlns:a16="http://schemas.microsoft.com/office/drawing/2014/main" id="{71E9B92B-2E58-D965-A096-44012A855EA0}"/>
              </a:ext>
            </a:extLst>
          </p:cNvPr>
          <p:cNvPicPr>
            <a:picLocks noChangeAspect="1"/>
          </p:cNvPicPr>
          <p:nvPr/>
        </p:nvPicPr>
        <p:blipFill>
          <a:blip r:embed="rId2"/>
          <a:stretch>
            <a:fillRect/>
          </a:stretch>
        </p:blipFill>
        <p:spPr>
          <a:xfrm>
            <a:off x="847782" y="1302641"/>
            <a:ext cx="7448436" cy="3694872"/>
          </a:xfrm>
          <a:prstGeom prst="rect">
            <a:avLst/>
          </a:prstGeom>
        </p:spPr>
      </p:pic>
    </p:spTree>
    <p:extLst>
      <p:ext uri="{BB962C8B-B14F-4D97-AF65-F5344CB8AC3E}">
        <p14:creationId xmlns:p14="http://schemas.microsoft.com/office/powerpoint/2010/main" val="2738367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808B7DC1-046A-7F97-3930-1D411469350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D9CCA2-F1F8-85B2-67AD-027C5FDC5D72}"/>
              </a:ext>
            </a:extLst>
          </p:cNvPr>
          <p:cNvSpPr>
            <a:spLocks noGrp="1"/>
          </p:cNvSpPr>
          <p:nvPr>
            <p:ph type="title"/>
          </p:nvPr>
        </p:nvSpPr>
        <p:spPr/>
        <p:txBody>
          <a:bodyPr/>
          <a:lstStyle/>
          <a:p>
            <a:r>
              <a:rPr lang="en-NZ"/>
              <a:t>Project Status</a:t>
            </a:r>
          </a:p>
        </p:txBody>
      </p:sp>
      <p:graphicFrame>
        <p:nvGraphicFramePr>
          <p:cNvPr id="5" name="Table 4">
            <a:extLst>
              <a:ext uri="{FF2B5EF4-FFF2-40B4-BE49-F238E27FC236}">
                <a16:creationId xmlns:a16="http://schemas.microsoft.com/office/drawing/2014/main" id="{C9867310-D369-443D-4229-0EA64238E488}"/>
              </a:ext>
            </a:extLst>
          </p:cNvPr>
          <p:cNvGraphicFramePr>
            <a:graphicFrameLocks noGrp="1"/>
          </p:cNvGraphicFramePr>
          <p:nvPr>
            <p:extLst>
              <p:ext uri="{D42A27DB-BD31-4B8C-83A1-F6EECF244321}">
                <p14:modId xmlns:p14="http://schemas.microsoft.com/office/powerpoint/2010/main" val="2281500174"/>
              </p:ext>
            </p:extLst>
          </p:nvPr>
        </p:nvGraphicFramePr>
        <p:xfrm>
          <a:off x="1252763" y="1531918"/>
          <a:ext cx="6437993" cy="2968747"/>
        </p:xfrm>
        <a:graphic>
          <a:graphicData uri="http://schemas.openxmlformats.org/drawingml/2006/table">
            <a:tbl>
              <a:tblPr firstRow="1" firstCol="1" bandRow="1"/>
              <a:tblGrid>
                <a:gridCol w="3329509">
                  <a:extLst>
                    <a:ext uri="{9D8B030D-6E8A-4147-A177-3AD203B41FA5}">
                      <a16:colId xmlns:a16="http://schemas.microsoft.com/office/drawing/2014/main" val="691621475"/>
                    </a:ext>
                  </a:extLst>
                </a:gridCol>
                <a:gridCol w="1693343">
                  <a:extLst>
                    <a:ext uri="{9D8B030D-6E8A-4147-A177-3AD203B41FA5}">
                      <a16:colId xmlns:a16="http://schemas.microsoft.com/office/drawing/2014/main" val="2184103589"/>
                    </a:ext>
                  </a:extLst>
                </a:gridCol>
                <a:gridCol w="1415141">
                  <a:extLst>
                    <a:ext uri="{9D8B030D-6E8A-4147-A177-3AD203B41FA5}">
                      <a16:colId xmlns:a16="http://schemas.microsoft.com/office/drawing/2014/main" val="200171459"/>
                    </a:ext>
                  </a:extLst>
                </a:gridCol>
              </a:tblGrid>
              <a:tr h="369871">
                <a:tc>
                  <a:txBody>
                    <a:bodyPr/>
                    <a:lstStyle/>
                    <a:p>
                      <a:pPr>
                        <a:buNone/>
                      </a:pPr>
                      <a:r>
                        <a:rPr lang="en-NZ" sz="1400" b="1" kern="100">
                          <a:solidFill>
                            <a:schemeClr val="bg2"/>
                          </a:solidFill>
                          <a:effectLst/>
                          <a:latin typeface="Times New Roman" panose="02020603050405020304" pitchFamily="18" charset="0"/>
                          <a:ea typeface="Yu Mincho" panose="02020400000000000000" pitchFamily="18" charset="-128"/>
                          <a:cs typeface="Aptos" panose="020B0004020202020204" pitchFamily="34" charset="0"/>
                        </a:rPr>
                        <a:t>Phases</a:t>
                      </a:r>
                      <a:endParaRPr lang="en-NZ" sz="1600" kern="100">
                        <a:solidFill>
                          <a:schemeClr val="bg2"/>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tc>
                  <a:txBody>
                    <a:bodyPr/>
                    <a:lstStyle/>
                    <a:p>
                      <a:pPr algn="ctr">
                        <a:buNone/>
                      </a:pPr>
                      <a:r>
                        <a:rPr lang="en-NZ" sz="1400" b="1" kern="100">
                          <a:solidFill>
                            <a:schemeClr val="bg2"/>
                          </a:solidFill>
                          <a:effectLst/>
                          <a:latin typeface="Times New Roman"/>
                          <a:ea typeface="Yu Mincho"/>
                          <a:cs typeface="Aptos" panose="020B0004020202020204" pitchFamily="34" charset="0"/>
                        </a:rPr>
                        <a:t>Planned Completion</a:t>
                      </a:r>
                      <a:endParaRPr lang="en-NZ" sz="1600" kern="100">
                        <a:solidFill>
                          <a:schemeClr val="bg2"/>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tc>
                  <a:txBody>
                    <a:bodyPr/>
                    <a:lstStyle/>
                    <a:p>
                      <a:pPr algn="ctr">
                        <a:buNone/>
                      </a:pPr>
                      <a:r>
                        <a:rPr lang="en-NZ" sz="1400" b="1" kern="100">
                          <a:solidFill>
                            <a:schemeClr val="bg2"/>
                          </a:solidFill>
                          <a:effectLst/>
                          <a:latin typeface="Times New Roman" panose="02020603050405020304" pitchFamily="18" charset="0"/>
                          <a:ea typeface="Yu Mincho" panose="02020400000000000000" pitchFamily="18" charset="-128"/>
                          <a:cs typeface="Aptos" panose="020B0004020202020204" pitchFamily="34" charset="0"/>
                        </a:rPr>
                        <a:t>Actual Status</a:t>
                      </a:r>
                      <a:endParaRPr lang="en-NZ" sz="1600" kern="100">
                        <a:solidFill>
                          <a:schemeClr val="bg2"/>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1199969887"/>
                  </a:ext>
                </a:extLst>
              </a:tr>
              <a:tr h="429412">
                <a:tc>
                  <a:txBody>
                    <a:bodyPr/>
                    <a:lstStyle/>
                    <a:p>
                      <a:pP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Requirement Analysis</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a:ea typeface="Yu Mincho"/>
                          <a:cs typeface="Aptos" panose="020B0004020202020204" pitchFamily="34" charset="0"/>
                        </a:rPr>
                        <a:t>11/04/2025</a:t>
                      </a:r>
                      <a:endParaRPr lang="en-NZ" sz="1400" kern="100">
                        <a:solidFill>
                          <a:schemeClr val="tx1"/>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11/04/2025</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Completed</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1217722556"/>
                  </a:ext>
                </a:extLst>
              </a:tr>
              <a:tr h="429412">
                <a:tc>
                  <a:txBody>
                    <a:bodyPr/>
                    <a:lstStyle/>
                    <a:p>
                      <a:pP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Test Planning - Ubuntu</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a:ea typeface="Yu Mincho"/>
                          <a:cs typeface="Aptos" panose="020B0004020202020204" pitchFamily="34" charset="0"/>
                        </a:rPr>
                        <a:t>02/05/2025</a:t>
                      </a:r>
                      <a:endParaRPr lang="en-NZ" sz="1400" kern="100">
                        <a:solidFill>
                          <a:schemeClr val="tx1"/>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26/04/2025</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Completed</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1872456189"/>
                  </a:ext>
                </a:extLst>
              </a:tr>
              <a:tr h="429412">
                <a:tc>
                  <a:txBody>
                    <a:bodyPr/>
                    <a:lstStyle/>
                    <a:p>
                      <a:pP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Test Case Development - Ubuntu</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a:ea typeface="Yu Mincho"/>
                          <a:cs typeface="Aptos" panose="020B0004020202020204" pitchFamily="34" charset="0"/>
                        </a:rPr>
                        <a:t>06/06/2025</a:t>
                      </a:r>
                      <a:endParaRPr lang="en-NZ" sz="1400" kern="100">
                        <a:solidFill>
                          <a:schemeClr val="tx1"/>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26/04/2025</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Completed</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4061948976"/>
                  </a:ext>
                </a:extLst>
              </a:tr>
              <a:tr h="348897">
                <a:tc>
                  <a:txBody>
                    <a:bodyPr/>
                    <a:lstStyle/>
                    <a:p>
                      <a:pP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Test Environment Setup - Ubuntu</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a:ea typeface="Yu Mincho"/>
                          <a:cs typeface="Aptos" panose="020B0004020202020204" pitchFamily="34" charset="0"/>
                        </a:rPr>
                        <a:t>04/07/2025</a:t>
                      </a:r>
                      <a:endParaRPr lang="en-NZ" sz="1400" kern="100">
                        <a:solidFill>
                          <a:schemeClr val="tx1"/>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03/05/2025</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Completed</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2623820457"/>
                  </a:ext>
                </a:extLst>
              </a:tr>
              <a:tr h="545696">
                <a:tc>
                  <a:txBody>
                    <a:bodyPr/>
                    <a:lstStyle/>
                    <a:p>
                      <a:pP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Test Execution - Ubuntu</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kern="100">
                          <a:solidFill>
                            <a:schemeClr val="tx1"/>
                          </a:solidFill>
                          <a:effectLst/>
                          <a:latin typeface="Times New Roman"/>
                          <a:ea typeface="Yu Mincho"/>
                          <a:cs typeface="Aptos" panose="020B0004020202020204" pitchFamily="34" charset="0"/>
                        </a:rPr>
                        <a:t>31/07/2025</a:t>
                      </a:r>
                      <a:endParaRPr lang="en-NZ" sz="1400" kern="100">
                        <a:solidFill>
                          <a:schemeClr val="tx1"/>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a:txBody>
                    <a:bodyPr/>
                    <a:lstStyle/>
                    <a:p>
                      <a:pPr algn="ctr">
                        <a:buNone/>
                      </a:pPr>
                      <a:r>
                        <a:rPr lang="en-NZ" sz="1200" b="1"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Current Phase</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p>
                      <a:pPr algn="ctr">
                        <a:buNone/>
                      </a:pPr>
                      <a:r>
                        <a:rPr lang="en-NZ" sz="1200" kern="100">
                          <a:solidFill>
                            <a:schemeClr val="tx1"/>
                          </a:solidFill>
                          <a:effectLst/>
                          <a:latin typeface="Times New Roman" panose="02020603050405020304" pitchFamily="18" charset="0"/>
                          <a:ea typeface="Yu Mincho" panose="02020400000000000000" pitchFamily="18" charset="-128"/>
                          <a:cs typeface="Aptos" panose="020B0004020202020204" pitchFamily="34" charset="0"/>
                        </a:rPr>
                        <a:t>Scheduled to finish on 22/06/2025</a:t>
                      </a: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3527099929"/>
                  </a:ext>
                </a:extLst>
              </a:tr>
              <a:tr h="169871">
                <a:tc>
                  <a:txBody>
                    <a:bodyPr/>
                    <a:lstStyle/>
                    <a:p>
                      <a:pPr>
                        <a:buNone/>
                      </a:pPr>
                      <a:r>
                        <a:rPr lang="en-NZ" sz="1200" kern="100">
                          <a:solidFill>
                            <a:schemeClr val="tx1"/>
                          </a:solidFill>
                          <a:effectLst/>
                          <a:latin typeface="Times New Roman" panose="02020603050405020304" pitchFamily="18" charset="0"/>
                          <a:ea typeface="Times New Roman" panose="02020603050405020304" pitchFamily="18" charset="0"/>
                          <a:cs typeface="Aptos" panose="020B0004020202020204" pitchFamily="34" charset="0"/>
                        </a:rPr>
                        <a:t>Test Planning - Fedora</a:t>
                      </a:r>
                    </a:p>
                    <a:p>
                      <a:pPr>
                        <a:buNone/>
                      </a:pPr>
                      <a:endParaRPr lang="en-NZ" sz="1400" kern="100">
                        <a:solidFill>
                          <a:schemeClr val="tx1"/>
                        </a:solidFill>
                        <a:effectLst/>
                        <a:latin typeface="Aptos" panose="020B0004020202020204" pitchFamily="34" charset="0"/>
                        <a:ea typeface="Yu Mincho" panose="02020400000000000000" pitchFamily="18" charset="-128"/>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gridSpan="2">
                  <a:txBody>
                    <a:bodyPr/>
                    <a:lstStyle/>
                    <a:p>
                      <a:pPr algn="ctr">
                        <a:buNone/>
                      </a:pPr>
                      <a:r>
                        <a:rPr lang="en-NZ" sz="1200" b="1" kern="100">
                          <a:solidFill>
                            <a:schemeClr val="tx1"/>
                          </a:solidFill>
                          <a:effectLst/>
                          <a:latin typeface="Times New Roman"/>
                          <a:ea typeface="Yu Mincho"/>
                          <a:cs typeface="Aptos" panose="020B0004020202020204" pitchFamily="34" charset="0"/>
                        </a:rPr>
                        <a:t>Next Phase (Scheduled to start on 23/06/2025)</a:t>
                      </a:r>
                      <a:endParaRPr lang="en-NZ" sz="1400" kern="100">
                        <a:solidFill>
                          <a:schemeClr val="tx1"/>
                        </a:solidFill>
                        <a:effectLst/>
                        <a:latin typeface="Aptos"/>
                        <a:ea typeface="Yu Mincho"/>
                        <a:cs typeface="Aptos" panose="020B0004020202020204" pitchFamily="34" charset="0"/>
                      </a:endParaRPr>
                    </a:p>
                  </a:txBody>
                  <a:tcPr marL="60677" marR="606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tc hMerge="1">
                  <a:txBody>
                    <a:bodyPr/>
                    <a:lstStyle/>
                    <a:p>
                      <a:endParaRPr lang="en-NZ"/>
                    </a:p>
                  </a:txBody>
                  <a:tcPr/>
                </a:tc>
                <a:extLst>
                  <a:ext uri="{0D108BD9-81ED-4DB2-BD59-A6C34878D82A}">
                    <a16:rowId xmlns:a16="http://schemas.microsoft.com/office/drawing/2014/main" val="3948059624"/>
                  </a:ext>
                </a:extLst>
              </a:tr>
            </a:tbl>
          </a:graphicData>
        </a:graphic>
      </p:graphicFrame>
      <p:sp>
        <p:nvSpPr>
          <p:cNvPr id="6" name="Rectangle 2">
            <a:extLst>
              <a:ext uri="{FF2B5EF4-FFF2-40B4-BE49-F238E27FC236}">
                <a16:creationId xmlns:a16="http://schemas.microsoft.com/office/drawing/2014/main" id="{EA06741E-BC3D-6B65-5303-EEF44389A4B9}"/>
              </a:ext>
            </a:extLst>
          </p:cNvPr>
          <p:cNvSpPr>
            <a:spLocks noChangeArrowheads="1"/>
          </p:cNvSpPr>
          <p:nvPr/>
        </p:nvSpPr>
        <p:spPr bwMode="auto">
          <a:xfrm>
            <a:off x="311150" y="1531918"/>
            <a:ext cx="184731" cy="866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Z" altLang="en-US" sz="2000" b="0" i="0" u="none" strike="noStrike" cap="none" normalizeH="0" baseline="0">
              <a:ln>
                <a:noFill/>
              </a:ln>
              <a:solidFill>
                <a:srgbClr val="0F4761"/>
              </a:solidFill>
              <a:effectLst/>
              <a:latin typeface="Aptos Display" panose="020B0004020202020204" pitchFamily="34" charset="0"/>
              <a:ea typeface="Yu Gothic Light" panose="020B0300000000000000" pitchFamily="34" charset="-128"/>
              <a:cs typeface="Myanmar Tex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NZ"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21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7">
          <a:extLst>
            <a:ext uri="{FF2B5EF4-FFF2-40B4-BE49-F238E27FC236}">
              <a16:creationId xmlns:a16="http://schemas.microsoft.com/office/drawing/2014/main" id="{2E66E168-9D31-0A50-CCC1-00A0F39050AA}"/>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D0774682-903F-660E-CC7B-17430AF50779}"/>
              </a:ext>
            </a:extLst>
          </p:cNvPr>
          <p:cNvPicPr>
            <a:picLocks noChangeAspect="1"/>
          </p:cNvPicPr>
          <p:nvPr/>
        </p:nvPicPr>
        <p:blipFill>
          <a:blip r:embed="rId3"/>
          <a:stretch>
            <a:fillRect/>
          </a:stretch>
        </p:blipFill>
        <p:spPr>
          <a:xfrm>
            <a:off x="338400" y="746893"/>
            <a:ext cx="8467200" cy="3649714"/>
          </a:xfrm>
          <a:prstGeom prst="rect">
            <a:avLst/>
          </a:prstGeom>
        </p:spPr>
      </p:pic>
    </p:spTree>
    <p:extLst>
      <p:ext uri="{BB962C8B-B14F-4D97-AF65-F5344CB8AC3E}">
        <p14:creationId xmlns:p14="http://schemas.microsoft.com/office/powerpoint/2010/main" val="206716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2">
          <a:extLst>
            <a:ext uri="{FF2B5EF4-FFF2-40B4-BE49-F238E27FC236}">
              <a16:creationId xmlns:a16="http://schemas.microsoft.com/office/drawing/2014/main" id="{45A3AFDE-0BEA-1BC8-1DC0-EDD091679840}"/>
            </a:ext>
          </a:extLst>
        </p:cNvPr>
        <p:cNvGrpSpPr/>
        <p:nvPr/>
      </p:nvGrpSpPr>
      <p:grpSpPr>
        <a:xfrm>
          <a:off x="0" y="0"/>
          <a:ext cx="0" cy="0"/>
          <a:chOff x="0" y="0"/>
          <a:chExt cx="0" cy="0"/>
        </a:xfrm>
      </p:grpSpPr>
      <p:grpSp>
        <p:nvGrpSpPr>
          <p:cNvPr id="1536" name="Google Shape;1536;p33">
            <a:extLst>
              <a:ext uri="{FF2B5EF4-FFF2-40B4-BE49-F238E27FC236}">
                <a16:creationId xmlns:a16="http://schemas.microsoft.com/office/drawing/2014/main" id="{BBB5C735-ADD6-D81F-B6DE-734679CAE0CC}"/>
              </a:ext>
            </a:extLst>
          </p:cNvPr>
          <p:cNvGrpSpPr/>
          <p:nvPr/>
        </p:nvGrpSpPr>
        <p:grpSpPr>
          <a:xfrm>
            <a:off x="-1460412" y="3718040"/>
            <a:ext cx="3277952" cy="1537284"/>
            <a:chOff x="-1312494" y="3529781"/>
            <a:chExt cx="3277952" cy="1537284"/>
          </a:xfrm>
        </p:grpSpPr>
        <p:grpSp>
          <p:nvGrpSpPr>
            <p:cNvPr id="1537" name="Google Shape;1537;p33">
              <a:extLst>
                <a:ext uri="{FF2B5EF4-FFF2-40B4-BE49-F238E27FC236}">
                  <a16:creationId xmlns:a16="http://schemas.microsoft.com/office/drawing/2014/main" id="{A3CAF2D6-7AB1-D04B-01B9-06ABA880EA24}"/>
                </a:ext>
              </a:extLst>
            </p:cNvPr>
            <p:cNvGrpSpPr/>
            <p:nvPr/>
          </p:nvGrpSpPr>
          <p:grpSpPr>
            <a:xfrm>
              <a:off x="-1312494" y="3529781"/>
              <a:ext cx="2907181" cy="1177350"/>
              <a:chOff x="2442775" y="3274750"/>
              <a:chExt cx="1690025" cy="684425"/>
            </a:xfrm>
          </p:grpSpPr>
          <p:sp>
            <p:nvSpPr>
              <p:cNvPr id="1538" name="Google Shape;1538;p33">
                <a:extLst>
                  <a:ext uri="{FF2B5EF4-FFF2-40B4-BE49-F238E27FC236}">
                    <a16:creationId xmlns:a16="http://schemas.microsoft.com/office/drawing/2014/main" id="{8EE79F27-69B3-C269-8397-2B4912384B7B}"/>
                  </a:ext>
                </a:extLst>
              </p:cNvPr>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39" name="Google Shape;1539;p33">
                <a:extLst>
                  <a:ext uri="{FF2B5EF4-FFF2-40B4-BE49-F238E27FC236}">
                    <a16:creationId xmlns:a16="http://schemas.microsoft.com/office/drawing/2014/main" id="{39ACB6C4-CE12-5A3A-A327-C7BC8FBECC2F}"/>
                  </a:ext>
                </a:extLst>
              </p:cNvPr>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0" name="Google Shape;1540;p33">
                <a:extLst>
                  <a:ext uri="{FF2B5EF4-FFF2-40B4-BE49-F238E27FC236}">
                    <a16:creationId xmlns:a16="http://schemas.microsoft.com/office/drawing/2014/main" id="{ECF30C52-AD08-3B1B-7D69-6BBF08B054C8}"/>
                  </a:ext>
                </a:extLst>
              </p:cNvPr>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1" name="Google Shape;1541;p33">
                <a:extLst>
                  <a:ext uri="{FF2B5EF4-FFF2-40B4-BE49-F238E27FC236}">
                    <a16:creationId xmlns:a16="http://schemas.microsoft.com/office/drawing/2014/main" id="{2778E137-932F-DF5F-4A43-7C20E1E9CF24}"/>
                  </a:ext>
                </a:extLst>
              </p:cNvPr>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2" name="Google Shape;1542;p33">
                <a:extLst>
                  <a:ext uri="{FF2B5EF4-FFF2-40B4-BE49-F238E27FC236}">
                    <a16:creationId xmlns:a16="http://schemas.microsoft.com/office/drawing/2014/main" id="{4FD3E5AD-8C40-8F68-A1A9-7E85952916F1}"/>
                  </a:ext>
                </a:extLst>
              </p:cNvPr>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3" name="Google Shape;1543;p33">
                <a:extLst>
                  <a:ext uri="{FF2B5EF4-FFF2-40B4-BE49-F238E27FC236}">
                    <a16:creationId xmlns:a16="http://schemas.microsoft.com/office/drawing/2014/main" id="{A9523C8C-FD96-C6C2-7B08-75B2F1F74FBF}"/>
                  </a:ext>
                </a:extLst>
              </p:cNvPr>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4" name="Google Shape;1544;p33">
                <a:extLst>
                  <a:ext uri="{FF2B5EF4-FFF2-40B4-BE49-F238E27FC236}">
                    <a16:creationId xmlns:a16="http://schemas.microsoft.com/office/drawing/2014/main" id="{35C9C1E7-063D-0366-7EC7-03B71AA6EA84}"/>
                  </a:ext>
                </a:extLst>
              </p:cNvPr>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5" name="Google Shape;1545;p33">
                <a:extLst>
                  <a:ext uri="{FF2B5EF4-FFF2-40B4-BE49-F238E27FC236}">
                    <a16:creationId xmlns:a16="http://schemas.microsoft.com/office/drawing/2014/main" id="{FDDED463-072F-9833-7328-E81EAD59E718}"/>
                  </a:ext>
                </a:extLst>
              </p:cNvPr>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6" name="Google Shape;1546;p33">
                <a:extLst>
                  <a:ext uri="{FF2B5EF4-FFF2-40B4-BE49-F238E27FC236}">
                    <a16:creationId xmlns:a16="http://schemas.microsoft.com/office/drawing/2014/main" id="{FC47E394-8E54-F500-C791-661A63B8C15B}"/>
                  </a:ext>
                </a:extLst>
              </p:cNvPr>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7" name="Google Shape;1547;p33">
                <a:extLst>
                  <a:ext uri="{FF2B5EF4-FFF2-40B4-BE49-F238E27FC236}">
                    <a16:creationId xmlns:a16="http://schemas.microsoft.com/office/drawing/2014/main" id="{1099F352-5E50-A284-3123-82FD5C3E870A}"/>
                  </a:ext>
                </a:extLst>
              </p:cNvPr>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8" name="Google Shape;1548;p33">
                <a:extLst>
                  <a:ext uri="{FF2B5EF4-FFF2-40B4-BE49-F238E27FC236}">
                    <a16:creationId xmlns:a16="http://schemas.microsoft.com/office/drawing/2014/main" id="{55045DEC-E72C-9D7B-3ABE-59C664D3D082}"/>
                  </a:ext>
                </a:extLst>
              </p:cNvPr>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49" name="Google Shape;1549;p33">
                <a:extLst>
                  <a:ext uri="{FF2B5EF4-FFF2-40B4-BE49-F238E27FC236}">
                    <a16:creationId xmlns:a16="http://schemas.microsoft.com/office/drawing/2014/main" id="{7A1B6FD0-B0A8-060F-20B6-C0861096DCB3}"/>
                  </a:ext>
                </a:extLst>
              </p:cNvPr>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0" name="Google Shape;1550;p33">
                <a:extLst>
                  <a:ext uri="{FF2B5EF4-FFF2-40B4-BE49-F238E27FC236}">
                    <a16:creationId xmlns:a16="http://schemas.microsoft.com/office/drawing/2014/main" id="{AA0006B6-02C9-D64E-135E-ACB980CDDBC7}"/>
                  </a:ext>
                </a:extLst>
              </p:cNvPr>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1" name="Google Shape;1551;p33">
                <a:extLst>
                  <a:ext uri="{FF2B5EF4-FFF2-40B4-BE49-F238E27FC236}">
                    <a16:creationId xmlns:a16="http://schemas.microsoft.com/office/drawing/2014/main" id="{987715DE-8044-D289-89B1-B8CD117B3289}"/>
                  </a:ext>
                </a:extLst>
              </p:cNvPr>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2" name="Google Shape;1552;p33">
                <a:extLst>
                  <a:ext uri="{FF2B5EF4-FFF2-40B4-BE49-F238E27FC236}">
                    <a16:creationId xmlns:a16="http://schemas.microsoft.com/office/drawing/2014/main" id="{2180315F-CFFE-7521-1A45-06D938B0E1E0}"/>
                  </a:ext>
                </a:extLst>
              </p:cNvPr>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3" name="Google Shape;1553;p33">
                <a:extLst>
                  <a:ext uri="{FF2B5EF4-FFF2-40B4-BE49-F238E27FC236}">
                    <a16:creationId xmlns:a16="http://schemas.microsoft.com/office/drawing/2014/main" id="{5E1703F5-C837-FCAB-6A08-782A8E518132}"/>
                  </a:ext>
                </a:extLst>
              </p:cNvPr>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4" name="Google Shape;1554;p33">
                <a:extLst>
                  <a:ext uri="{FF2B5EF4-FFF2-40B4-BE49-F238E27FC236}">
                    <a16:creationId xmlns:a16="http://schemas.microsoft.com/office/drawing/2014/main" id="{BC9D5650-A575-45FA-D2C5-85D8A8D0AD7B}"/>
                  </a:ext>
                </a:extLst>
              </p:cNvPr>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5" name="Google Shape;1555;p33">
                <a:extLst>
                  <a:ext uri="{FF2B5EF4-FFF2-40B4-BE49-F238E27FC236}">
                    <a16:creationId xmlns:a16="http://schemas.microsoft.com/office/drawing/2014/main" id="{A2D375FE-325C-6ADA-F593-B0839B00EC75}"/>
                  </a:ext>
                </a:extLst>
              </p:cNvPr>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6" name="Google Shape;1556;p33">
                <a:extLst>
                  <a:ext uri="{FF2B5EF4-FFF2-40B4-BE49-F238E27FC236}">
                    <a16:creationId xmlns:a16="http://schemas.microsoft.com/office/drawing/2014/main" id="{D14F5F42-2344-90AF-14D9-C40FABCE7A08}"/>
                  </a:ext>
                </a:extLst>
              </p:cNvPr>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7" name="Google Shape;1557;p33">
                <a:extLst>
                  <a:ext uri="{FF2B5EF4-FFF2-40B4-BE49-F238E27FC236}">
                    <a16:creationId xmlns:a16="http://schemas.microsoft.com/office/drawing/2014/main" id="{1B18DAC3-5189-6901-A404-8E26ED718166}"/>
                  </a:ext>
                </a:extLst>
              </p:cNvPr>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sp>
            <p:nvSpPr>
              <p:cNvPr id="1558" name="Google Shape;1558;p33">
                <a:extLst>
                  <a:ext uri="{FF2B5EF4-FFF2-40B4-BE49-F238E27FC236}">
                    <a16:creationId xmlns:a16="http://schemas.microsoft.com/office/drawing/2014/main" id="{6B44E3B1-8C49-4000-B301-2517D25257D4}"/>
                  </a:ext>
                </a:extLst>
              </p:cNvPr>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NZ" noProof="0"/>
              </a:p>
            </p:txBody>
          </p:sp>
        </p:grpSp>
        <p:sp>
          <p:nvSpPr>
            <p:cNvPr id="1559" name="Google Shape;1559;p33">
              <a:extLst>
                <a:ext uri="{FF2B5EF4-FFF2-40B4-BE49-F238E27FC236}">
                  <a16:creationId xmlns:a16="http://schemas.microsoft.com/office/drawing/2014/main" id="{74E7D8C6-3B11-E963-BA10-286BB534CA60}"/>
                </a:ext>
              </a:extLst>
            </p:cNvPr>
            <p:cNvSpPr/>
            <p:nvPr/>
          </p:nvSpPr>
          <p:spPr>
            <a:xfrm>
              <a:off x="1133858" y="4080540"/>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NZ" noProof="0">
                <a:latin typeface="Saira"/>
                <a:ea typeface="Saira"/>
                <a:cs typeface="Saira"/>
                <a:sym typeface="Saira"/>
              </a:endParaRPr>
            </a:p>
          </p:txBody>
        </p:sp>
        <p:sp>
          <p:nvSpPr>
            <p:cNvPr id="1560" name="Google Shape;1560;p33">
              <a:extLst>
                <a:ext uri="{FF2B5EF4-FFF2-40B4-BE49-F238E27FC236}">
                  <a16:creationId xmlns:a16="http://schemas.microsoft.com/office/drawing/2014/main" id="{B2FA31F4-EB32-419E-3876-28271A5F6887}"/>
                </a:ext>
              </a:extLst>
            </p:cNvPr>
            <p:cNvSpPr/>
            <p:nvPr/>
          </p:nvSpPr>
          <p:spPr>
            <a:xfrm>
              <a:off x="142333" y="4235465"/>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NZ" noProof="0">
                <a:latin typeface="Saira"/>
                <a:ea typeface="Saira"/>
                <a:cs typeface="Saira"/>
                <a:sym typeface="Saira"/>
              </a:endParaRPr>
            </a:p>
          </p:txBody>
        </p:sp>
      </p:grpSp>
      <p:pic>
        <p:nvPicPr>
          <p:cNvPr id="3" name="Picture 2" descr="A screenshot of a computer screen&#10;&#10;AI-generated content may be incorrect.">
            <a:extLst>
              <a:ext uri="{FF2B5EF4-FFF2-40B4-BE49-F238E27FC236}">
                <a16:creationId xmlns:a16="http://schemas.microsoft.com/office/drawing/2014/main" id="{A5F36FAB-D1C4-783C-5E9C-6A1E4E0378E1}"/>
              </a:ext>
            </a:extLst>
          </p:cNvPr>
          <p:cNvPicPr>
            <a:picLocks noChangeAspect="1"/>
          </p:cNvPicPr>
          <p:nvPr/>
        </p:nvPicPr>
        <p:blipFill>
          <a:blip r:embed="rId3"/>
          <a:stretch>
            <a:fillRect/>
          </a:stretch>
        </p:blipFill>
        <p:spPr>
          <a:xfrm>
            <a:off x="338988" y="839157"/>
            <a:ext cx="8466024" cy="3465187"/>
          </a:xfrm>
          <a:prstGeom prst="rect">
            <a:avLst/>
          </a:prstGeom>
        </p:spPr>
      </p:pic>
    </p:spTree>
    <p:extLst>
      <p:ext uri="{BB962C8B-B14F-4D97-AF65-F5344CB8AC3E}">
        <p14:creationId xmlns:p14="http://schemas.microsoft.com/office/powerpoint/2010/main" val="4135600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0595D5FA-F951-3D1F-BBC0-BB88D2F397F2}"/>
              </a:ext>
            </a:extLst>
          </p:cNvPr>
          <p:cNvSpPr>
            <a:spLocks noGrp="1"/>
          </p:cNvSpPr>
          <p:nvPr>
            <p:ph type="title"/>
          </p:nvPr>
        </p:nvSpPr>
        <p:spPr>
          <a:xfrm>
            <a:off x="720000" y="385899"/>
            <a:ext cx="7704000" cy="572700"/>
          </a:xfrm>
        </p:spPr>
        <p:txBody>
          <a:bodyPr/>
          <a:lstStyle/>
          <a:p>
            <a:r>
              <a:rPr lang="en-NZ" sz="3500"/>
              <a:t>Summary</a:t>
            </a:r>
          </a:p>
        </p:txBody>
      </p:sp>
      <p:sp>
        <p:nvSpPr>
          <p:cNvPr id="2" name="TextBox 1">
            <a:extLst>
              <a:ext uri="{FF2B5EF4-FFF2-40B4-BE49-F238E27FC236}">
                <a16:creationId xmlns:a16="http://schemas.microsoft.com/office/drawing/2014/main" id="{D443FF57-35EA-CB06-5D82-EF077B5215B5}"/>
              </a:ext>
            </a:extLst>
          </p:cNvPr>
          <p:cNvSpPr txBox="1"/>
          <p:nvPr/>
        </p:nvSpPr>
        <p:spPr>
          <a:xfrm>
            <a:off x="1262014" y="1232922"/>
            <a:ext cx="6619972" cy="2970557"/>
          </a:xfrm>
          <a:prstGeom prst="rect">
            <a:avLst/>
          </a:prstGeom>
          <a:noFill/>
        </p:spPr>
        <p:txBody>
          <a:bodyPr wrap="square" lIns="91440" tIns="45720" rIns="91440" bIns="45720" rtlCol="0" anchor="t">
            <a:spAutoFit/>
          </a:bodyPr>
          <a:lstStyle/>
          <a:p>
            <a:pPr>
              <a:lnSpc>
                <a:spcPct val="200000"/>
              </a:lnSpc>
              <a:buClr>
                <a:schemeClr val="tx1"/>
              </a:buClr>
            </a:pPr>
            <a:r>
              <a:rPr lang="en-NZ" sz="1600">
                <a:solidFill>
                  <a:schemeClr val="tx1"/>
                </a:solidFill>
              </a:rPr>
              <a:t>Currently, our project is ahead of our original schedule, so we have pulled forward our phase start and completion dates in </a:t>
            </a:r>
            <a:r>
              <a:rPr lang="en-NZ" sz="1600" err="1">
                <a:solidFill>
                  <a:schemeClr val="tx1"/>
                </a:solidFill>
              </a:rPr>
              <a:t>response</a:t>
            </a:r>
            <a:r>
              <a:rPr lang="en-NZ" sz="1600">
                <a:solidFill>
                  <a:schemeClr val="tx1"/>
                </a:solidFill>
              </a:rPr>
              <a:t>. The project is now nearing the end of the Test Execution phase for our first operating system, Ubuntu. Barring any unforeseen circumstances, we plan to start the next phase, Test Planning of our second operating system, Fedora, in approximately a week.</a:t>
            </a:r>
            <a:endParaRPr lang="en-US" sz="1600">
              <a:solidFill>
                <a:schemeClr val="tx1"/>
              </a:solidFill>
            </a:endParaRPr>
          </a:p>
        </p:txBody>
      </p:sp>
    </p:spTree>
    <p:extLst>
      <p:ext uri="{BB962C8B-B14F-4D97-AF65-F5344CB8AC3E}">
        <p14:creationId xmlns:p14="http://schemas.microsoft.com/office/powerpoint/2010/main" val="3795231188"/>
      </p:ext>
    </p:extLst>
  </p:cSld>
  <p:clrMapOvr>
    <a:masterClrMapping/>
  </p:clrMapOvr>
</p:sld>
</file>

<file path=ppt/theme/theme1.xml><?xml version="1.0" encoding="utf-8"?>
<a:theme xmlns:a="http://schemas.openxmlformats.org/drawingml/2006/main" name="Information Technology Project Proposal by Slidesgo">
  <a:themeElements>
    <a:clrScheme name="Simple Light">
      <a:dk1>
        <a:srgbClr val="FFFFFF"/>
      </a:dk1>
      <a:lt1>
        <a:srgbClr val="000000"/>
      </a:lt1>
      <a:dk2>
        <a:srgbClr val="B7B7B7"/>
      </a:dk2>
      <a:lt2>
        <a:srgbClr val="EFEFEF"/>
      </a:lt2>
      <a:accent1>
        <a:srgbClr val="CCCCCC"/>
      </a:accent1>
      <a:accent2>
        <a:srgbClr val="66666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8</Slides>
  <Notes>7</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Information Technology Project Proposal by Slidesgo</vt:lpstr>
      <vt:lpstr> Status Report Network Performance Evaluation on Linux-Based Operating Systems (Physical Team)</vt:lpstr>
      <vt:lpstr>Project Brief</vt:lpstr>
      <vt:lpstr>Technical Infrastructure</vt:lpstr>
      <vt:lpstr>Work Breakdown Structure (High-Level)</vt:lpstr>
      <vt:lpstr>Project Status</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2025-10-26T06:45:26Z</dcterms:modified>
</cp:coreProperties>
</file>